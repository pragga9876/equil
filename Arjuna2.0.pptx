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0" r:id="rId8"/>
  </p:sldIdLst>
  <p:sldSz cx="18288000" cy="10287000"/>
  <p:notesSz cx="6858000" cy="9144000"/>
  <p:embeddedFontLst>
    <p:embeddedFont>
      <p:font typeface="Arcade Gamer" panose="020B0604020202020204" charset="0"/>
      <p:regular r:id="rId9"/>
    </p:embeddedFon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Gill Sans MT" panose="020B0502020104020203" pitchFamily="34" charset="0"/>
      <p:regular r:id="rId14"/>
      <p:bold r:id="rId15"/>
      <p:italic r:id="rId16"/>
      <p:boldItalic r:id="rId17"/>
    </p:embeddedFont>
    <p:embeddedFont>
      <p:font typeface="HK Modular" panose="020B0604020202020204" charset="0"/>
      <p:regular r:id="rId18"/>
    </p:embeddedFont>
    <p:embeddedFont>
      <p:font typeface="Tw Cen MT" panose="020B06020201040206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398"/>
    <a:srgbClr val="F2A4E3"/>
    <a:srgbClr val="FFFF97"/>
    <a:srgbClr val="E88ECE"/>
    <a:srgbClr val="74127C"/>
    <a:srgbClr val="9112A6"/>
    <a:srgbClr val="9D0B96"/>
    <a:srgbClr val="FFF6D9"/>
    <a:srgbClr val="009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778" autoAdjust="0"/>
  </p:normalViewPr>
  <p:slideViewPr>
    <p:cSldViewPr>
      <p:cViewPr varScale="1">
        <p:scale>
          <a:sx n="58" d="100"/>
          <a:sy n="58" d="100"/>
        </p:scale>
        <p:origin x="3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59A541-028C-4E30-9BAE-C522B7322B84}" type="doc">
      <dgm:prSet loTypeId="urn:microsoft.com/office/officeart/2009/layout/CircleArrowProcess" loCatId="process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4E81040F-09DF-4F72-9298-08CEFA9F5C5A}">
      <dgm:prSet phldrT="[Text]" custT="1"/>
      <dgm:spPr/>
      <dgm:t>
        <a:bodyPr/>
        <a:lstStyle/>
        <a:p>
          <a:pPr algn="ctr">
            <a:buSzPct val="100000"/>
            <a:buChar char="•"/>
          </a:pPr>
          <a:r>
            <a:rPr lang="en-US" sz="200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No accessible tools to measure daily carbon footprint</a:t>
          </a:r>
          <a:endParaRPr lang="en-IN" sz="2000" dirty="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5A555EDF-B57B-4971-8A30-A6D1F1F0A2D4}" type="parTrans" cxnId="{F9F27489-DD70-46F3-9981-F77D59B27824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57728D3A-A949-4409-B44F-995542AE6F2D}" type="sibTrans" cxnId="{F9F27489-DD70-46F3-9981-F77D59B27824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593418AB-EFD7-400C-A971-E7A2007419B1}">
      <dgm:prSet phldrT="[Text]" custT="1"/>
      <dgm:spPr/>
      <dgm:t>
        <a:bodyPr/>
        <a:lstStyle/>
        <a:p>
          <a:pPr algn="ctr">
            <a:buSzPct val="100000"/>
            <a:buChar char="•"/>
          </a:pPr>
          <a:r>
            <a:rPr lang="en-US" sz="2000" dirty="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Limited understanding of how lifestyle choices affect the environment</a:t>
          </a:r>
          <a:endParaRPr lang="en-IN" sz="2000" dirty="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54711977-4450-4953-8523-674132A8ABD6}" type="parTrans" cxnId="{66AA5953-2952-484E-A4DB-454D8B420073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E20331FE-9FA1-4749-B215-050901BF5452}" type="sibTrans" cxnId="{66AA5953-2952-484E-A4DB-454D8B420073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0D72326B-4D9B-42E5-801C-6275D55D83D0}">
      <dgm:prSet phldrT="[Text]" custT="1"/>
      <dgm:spPr/>
      <dgm:t>
        <a:bodyPr/>
        <a:lstStyle/>
        <a:p>
          <a:pPr algn="ctr">
            <a:buSzPct val="100000"/>
            <a:buChar char="•"/>
          </a:pPr>
          <a:r>
            <a:rPr lang="en-US" sz="2000" dirty="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Lack of personalized, actionable insights for improvement</a:t>
          </a:r>
          <a:endParaRPr lang="en-IN" sz="2000" dirty="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1BB0A155-CD0C-431F-8AC4-1B43EDE09E0C}" type="sibTrans" cxnId="{854A3C15-907E-43B8-A256-88345A2CF203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40D9DAB9-5112-49EB-9301-CB22F93DC117}" type="parTrans" cxnId="{854A3C15-907E-43B8-A256-88345A2CF203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73F08832-288E-4C45-8753-F6D991F01B51}">
      <dgm:prSet custT="1"/>
      <dgm:spPr/>
      <dgm:t>
        <a:bodyPr/>
        <a:lstStyle/>
        <a:p>
          <a:pPr algn="ctr"/>
          <a:r>
            <a:rPr lang="en-US" sz="2000" dirty="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Difficulty sustaining eco-friendly behaviors without feedback</a:t>
          </a:r>
          <a:endParaRPr lang="en-IN" sz="6600" dirty="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6563BA74-26A3-4B32-9024-F5BD13100BC0}" type="parTrans" cxnId="{4A3E9002-23E0-4414-A914-E9EB7F2365FF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928258C2-8EF1-42C3-AD47-8070A04C7F66}" type="sibTrans" cxnId="{4A3E9002-23E0-4414-A914-E9EB7F2365FF}">
      <dgm:prSet/>
      <dgm:spPr/>
      <dgm:t>
        <a:bodyPr/>
        <a:lstStyle/>
        <a:p>
          <a:pPr algn="ctr"/>
          <a:endParaRPr lang="en-IN" sz="4400">
            <a:solidFill>
              <a:schemeClr val="bg1"/>
            </a:solidFill>
            <a:latin typeface="Tw Cen MT" panose="020B0602020104020603" pitchFamily="34" charset="0"/>
          </a:endParaRPr>
        </a:p>
      </dgm:t>
    </dgm:pt>
    <dgm:pt modelId="{DE1D6177-9B44-475D-86ED-50CB570C56FF}" type="pres">
      <dgm:prSet presAssocID="{A759A541-028C-4E30-9BAE-C522B7322B84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52A9A33-7249-45A5-B7FC-43C4E6D1C870}" type="pres">
      <dgm:prSet presAssocID="{4E81040F-09DF-4F72-9298-08CEFA9F5C5A}" presName="Accent1" presStyleCnt="0"/>
      <dgm:spPr/>
    </dgm:pt>
    <dgm:pt modelId="{A1D5B80C-8446-4A98-86DE-806805183FEF}" type="pres">
      <dgm:prSet presAssocID="{4E81040F-09DF-4F72-9298-08CEFA9F5C5A}" presName="Accent" presStyleLbl="node1" presStyleIdx="0" presStyleCnt="4"/>
      <dgm:spPr/>
    </dgm:pt>
    <dgm:pt modelId="{E7D1F2A7-2ED6-4CA3-AB0A-15AD5ED1E029}" type="pres">
      <dgm:prSet presAssocID="{4E81040F-09DF-4F72-9298-08CEFA9F5C5A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BEF98764-6162-40C4-ABE2-9DB49CAD8DE4}" type="pres">
      <dgm:prSet presAssocID="{593418AB-EFD7-400C-A971-E7A2007419B1}" presName="Accent2" presStyleCnt="0"/>
      <dgm:spPr/>
    </dgm:pt>
    <dgm:pt modelId="{1AD45BE4-96C4-4300-B912-9BDD6358E8E7}" type="pres">
      <dgm:prSet presAssocID="{593418AB-EFD7-400C-A971-E7A2007419B1}" presName="Accent" presStyleLbl="node1" presStyleIdx="1" presStyleCnt="4" custLinFactNeighborX="-4504" custLinFactNeighborY="-437"/>
      <dgm:spPr/>
    </dgm:pt>
    <dgm:pt modelId="{B2036AC7-E310-4D85-8B02-3E762FAB6865}" type="pres">
      <dgm:prSet presAssocID="{593418AB-EFD7-400C-A971-E7A2007419B1}" presName="Parent2" presStyleLbl="revTx" presStyleIdx="1" presStyleCnt="4" custLinFactNeighborX="-15422" custLinFactNeighborY="-15950">
        <dgm:presLayoutVars>
          <dgm:chMax val="1"/>
          <dgm:chPref val="1"/>
          <dgm:bulletEnabled val="1"/>
        </dgm:presLayoutVars>
      </dgm:prSet>
      <dgm:spPr/>
    </dgm:pt>
    <dgm:pt modelId="{94D84326-85CF-40B9-ACA6-8299A1D049AF}" type="pres">
      <dgm:prSet presAssocID="{0D72326B-4D9B-42E5-801C-6275D55D83D0}" presName="Accent3" presStyleCnt="0"/>
      <dgm:spPr/>
    </dgm:pt>
    <dgm:pt modelId="{7872A522-2BD4-472F-B1F6-22DADB4D369C}" type="pres">
      <dgm:prSet presAssocID="{0D72326B-4D9B-42E5-801C-6275D55D83D0}" presName="Accent" presStyleLbl="node1" presStyleIdx="2" presStyleCnt="4" custLinFactNeighborX="3921" custLinFactNeighborY="-101"/>
      <dgm:spPr/>
    </dgm:pt>
    <dgm:pt modelId="{59824978-F0A2-46F7-A992-A7678B2D11BC}" type="pres">
      <dgm:prSet presAssocID="{0D72326B-4D9B-42E5-801C-6275D55D83D0}" presName="Parent3" presStyleLbl="revTx" presStyleIdx="2" presStyleCnt="4" custLinFactNeighborX="1944" custLinFactNeighborY="-6982">
        <dgm:presLayoutVars>
          <dgm:chMax val="1"/>
          <dgm:chPref val="1"/>
          <dgm:bulletEnabled val="1"/>
        </dgm:presLayoutVars>
      </dgm:prSet>
      <dgm:spPr/>
    </dgm:pt>
    <dgm:pt modelId="{C9995CB3-DC0F-415F-A509-3B3F0DADF725}" type="pres">
      <dgm:prSet presAssocID="{73F08832-288E-4C45-8753-F6D991F01B51}" presName="Accent4" presStyleCnt="0"/>
      <dgm:spPr/>
    </dgm:pt>
    <dgm:pt modelId="{67042D76-19DD-4AFC-82D3-E94531C79607}" type="pres">
      <dgm:prSet presAssocID="{73F08832-288E-4C45-8753-F6D991F01B51}" presName="Accent" presStyleLbl="node1" presStyleIdx="3" presStyleCnt="4" custLinFactNeighborX="-5932" custLinFactNeighborY="1863"/>
      <dgm:spPr/>
    </dgm:pt>
    <dgm:pt modelId="{1A005D79-1B73-4A14-9BC9-FB2BAA31A384}" type="pres">
      <dgm:prSet presAssocID="{73F08832-288E-4C45-8753-F6D991F01B51}" presName="Parent4" presStyleLbl="revTx" presStyleIdx="3" presStyleCnt="4" custLinFactNeighborX="-5583" custLinFactNeighborY="6377">
        <dgm:presLayoutVars>
          <dgm:chMax val="1"/>
          <dgm:chPref val="1"/>
          <dgm:bulletEnabled val="1"/>
        </dgm:presLayoutVars>
      </dgm:prSet>
      <dgm:spPr/>
    </dgm:pt>
  </dgm:ptLst>
  <dgm:cxnLst>
    <dgm:cxn modelId="{4A3E9002-23E0-4414-A914-E9EB7F2365FF}" srcId="{A759A541-028C-4E30-9BAE-C522B7322B84}" destId="{73F08832-288E-4C45-8753-F6D991F01B51}" srcOrd="3" destOrd="0" parTransId="{6563BA74-26A3-4B32-9024-F5BD13100BC0}" sibTransId="{928258C2-8EF1-42C3-AD47-8070A04C7F66}"/>
    <dgm:cxn modelId="{AB4DB005-9A76-4F11-8B80-67C8005A6350}" type="presOf" srcId="{A759A541-028C-4E30-9BAE-C522B7322B84}" destId="{DE1D6177-9B44-475D-86ED-50CB570C56FF}" srcOrd="0" destOrd="0" presId="urn:microsoft.com/office/officeart/2009/layout/CircleArrowProcess"/>
    <dgm:cxn modelId="{854A3C15-907E-43B8-A256-88345A2CF203}" srcId="{A759A541-028C-4E30-9BAE-C522B7322B84}" destId="{0D72326B-4D9B-42E5-801C-6275D55D83D0}" srcOrd="2" destOrd="0" parTransId="{40D9DAB9-5112-49EB-9301-CB22F93DC117}" sibTransId="{1BB0A155-CD0C-431F-8AC4-1B43EDE09E0C}"/>
    <dgm:cxn modelId="{6DE00125-EBAE-48AE-8229-A32B11781F89}" type="presOf" srcId="{593418AB-EFD7-400C-A971-E7A2007419B1}" destId="{B2036AC7-E310-4D85-8B02-3E762FAB6865}" srcOrd="0" destOrd="0" presId="urn:microsoft.com/office/officeart/2009/layout/CircleArrowProcess"/>
    <dgm:cxn modelId="{6A1DBE34-02C1-4AF0-B0B6-1362D8A70E47}" type="presOf" srcId="{73F08832-288E-4C45-8753-F6D991F01B51}" destId="{1A005D79-1B73-4A14-9BC9-FB2BAA31A384}" srcOrd="0" destOrd="0" presId="urn:microsoft.com/office/officeart/2009/layout/CircleArrowProcess"/>
    <dgm:cxn modelId="{66AA5953-2952-484E-A4DB-454D8B420073}" srcId="{A759A541-028C-4E30-9BAE-C522B7322B84}" destId="{593418AB-EFD7-400C-A971-E7A2007419B1}" srcOrd="1" destOrd="0" parTransId="{54711977-4450-4953-8523-674132A8ABD6}" sibTransId="{E20331FE-9FA1-4749-B215-050901BF5452}"/>
    <dgm:cxn modelId="{F9F27489-DD70-46F3-9981-F77D59B27824}" srcId="{A759A541-028C-4E30-9BAE-C522B7322B84}" destId="{4E81040F-09DF-4F72-9298-08CEFA9F5C5A}" srcOrd="0" destOrd="0" parTransId="{5A555EDF-B57B-4971-8A30-A6D1F1F0A2D4}" sibTransId="{57728D3A-A949-4409-B44F-995542AE6F2D}"/>
    <dgm:cxn modelId="{6D1D8BF2-A81C-4D78-ABA7-68805FF59ECF}" type="presOf" srcId="{4E81040F-09DF-4F72-9298-08CEFA9F5C5A}" destId="{E7D1F2A7-2ED6-4CA3-AB0A-15AD5ED1E029}" srcOrd="0" destOrd="0" presId="urn:microsoft.com/office/officeart/2009/layout/CircleArrowProcess"/>
    <dgm:cxn modelId="{987B7AFD-EBF9-4617-90F8-DEFAFB351127}" type="presOf" srcId="{0D72326B-4D9B-42E5-801C-6275D55D83D0}" destId="{59824978-F0A2-46F7-A992-A7678B2D11BC}" srcOrd="0" destOrd="0" presId="urn:microsoft.com/office/officeart/2009/layout/CircleArrowProcess"/>
    <dgm:cxn modelId="{0AF66566-4AB3-4A9D-B8AC-31DF9D69B95E}" type="presParOf" srcId="{DE1D6177-9B44-475D-86ED-50CB570C56FF}" destId="{F52A9A33-7249-45A5-B7FC-43C4E6D1C870}" srcOrd="0" destOrd="0" presId="urn:microsoft.com/office/officeart/2009/layout/CircleArrowProcess"/>
    <dgm:cxn modelId="{BB9712DC-0CE7-4EB7-AF24-BC7B2540A6D5}" type="presParOf" srcId="{F52A9A33-7249-45A5-B7FC-43C4E6D1C870}" destId="{A1D5B80C-8446-4A98-86DE-806805183FEF}" srcOrd="0" destOrd="0" presId="urn:microsoft.com/office/officeart/2009/layout/CircleArrowProcess"/>
    <dgm:cxn modelId="{491F8137-3675-4D21-84B9-15BC6FE9FA95}" type="presParOf" srcId="{DE1D6177-9B44-475D-86ED-50CB570C56FF}" destId="{E7D1F2A7-2ED6-4CA3-AB0A-15AD5ED1E029}" srcOrd="1" destOrd="0" presId="urn:microsoft.com/office/officeart/2009/layout/CircleArrowProcess"/>
    <dgm:cxn modelId="{45D14AAE-1B5F-499B-A5F6-59B86DC2F63B}" type="presParOf" srcId="{DE1D6177-9B44-475D-86ED-50CB570C56FF}" destId="{BEF98764-6162-40C4-ABE2-9DB49CAD8DE4}" srcOrd="2" destOrd="0" presId="urn:microsoft.com/office/officeart/2009/layout/CircleArrowProcess"/>
    <dgm:cxn modelId="{CD045B71-1253-4963-BFC4-7FCE36EED9BB}" type="presParOf" srcId="{BEF98764-6162-40C4-ABE2-9DB49CAD8DE4}" destId="{1AD45BE4-96C4-4300-B912-9BDD6358E8E7}" srcOrd="0" destOrd="0" presId="urn:microsoft.com/office/officeart/2009/layout/CircleArrowProcess"/>
    <dgm:cxn modelId="{0FBDA16C-E192-4652-8EE7-444EC8C029B5}" type="presParOf" srcId="{DE1D6177-9B44-475D-86ED-50CB570C56FF}" destId="{B2036AC7-E310-4D85-8B02-3E762FAB6865}" srcOrd="3" destOrd="0" presId="urn:microsoft.com/office/officeart/2009/layout/CircleArrowProcess"/>
    <dgm:cxn modelId="{D9F163A9-10DE-4D82-984B-915CF80343F9}" type="presParOf" srcId="{DE1D6177-9B44-475D-86ED-50CB570C56FF}" destId="{94D84326-85CF-40B9-ACA6-8299A1D049AF}" srcOrd="4" destOrd="0" presId="urn:microsoft.com/office/officeart/2009/layout/CircleArrowProcess"/>
    <dgm:cxn modelId="{F0CE8583-2462-41CE-9E7F-7FE700BC7532}" type="presParOf" srcId="{94D84326-85CF-40B9-ACA6-8299A1D049AF}" destId="{7872A522-2BD4-472F-B1F6-22DADB4D369C}" srcOrd="0" destOrd="0" presId="urn:microsoft.com/office/officeart/2009/layout/CircleArrowProcess"/>
    <dgm:cxn modelId="{D1DDE2EA-CABD-44ED-ACE2-7A00DA8EE6C0}" type="presParOf" srcId="{DE1D6177-9B44-475D-86ED-50CB570C56FF}" destId="{59824978-F0A2-46F7-A992-A7678B2D11BC}" srcOrd="5" destOrd="0" presId="urn:microsoft.com/office/officeart/2009/layout/CircleArrowProcess"/>
    <dgm:cxn modelId="{87F57C66-561A-4EA5-A269-C0B4390F33DD}" type="presParOf" srcId="{DE1D6177-9B44-475D-86ED-50CB570C56FF}" destId="{C9995CB3-DC0F-415F-A509-3B3F0DADF725}" srcOrd="6" destOrd="0" presId="urn:microsoft.com/office/officeart/2009/layout/CircleArrowProcess"/>
    <dgm:cxn modelId="{E8A8E506-9DDA-42B8-AB38-89810BC58E79}" type="presParOf" srcId="{C9995CB3-DC0F-415F-A509-3B3F0DADF725}" destId="{67042D76-19DD-4AFC-82D3-E94531C79607}" srcOrd="0" destOrd="0" presId="urn:microsoft.com/office/officeart/2009/layout/CircleArrowProcess"/>
    <dgm:cxn modelId="{9CEE2C6B-B8FE-4EB8-A241-32AC80CA438E}" type="presParOf" srcId="{DE1D6177-9B44-475D-86ED-50CB570C56FF}" destId="{1A005D79-1B73-4A14-9BC9-FB2BAA31A384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E6782D-F3AB-4D4B-BE3E-247904018B82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48D0319-726A-4BF8-AF4E-BBD76DAA0513}">
      <dgm:prSet phldrT="[Text]" custT="1"/>
      <dgm:spPr/>
      <dgm:t>
        <a:bodyPr/>
        <a:lstStyle/>
        <a:p>
          <a:pPr>
            <a:buNone/>
          </a:pPr>
          <a:r>
            <a:rPr lang="en-US" sz="2400" b="1" dirty="0">
              <a:solidFill>
                <a:srgbClr val="00B0F0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MEASURE</a:t>
          </a:r>
          <a:endParaRPr lang="en-IN" sz="2000" dirty="0">
            <a:solidFill>
              <a:srgbClr val="00B0F0"/>
            </a:solidFill>
            <a:latin typeface="Gill Sans MT" panose="020B0502020104020203" pitchFamily="34" charset="0"/>
          </a:endParaRPr>
        </a:p>
      </dgm:t>
    </dgm:pt>
    <dgm:pt modelId="{E152E668-6FDC-4895-9B10-DED4DB1D5505}" type="parTrans" cxnId="{D1CF4E48-CD0A-43E4-8C72-0EFAD3A6BEF5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E4112E78-1366-4124-B210-535836907167}" type="sibTrans" cxnId="{D1CF4E48-CD0A-43E4-8C72-0EFAD3A6BEF5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D68FA434-B667-4841-BD2E-3A34252E9975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Calculate CO₂ emissions from travel, energy, diet, and lifestyle using validated emission algorithms</a:t>
          </a:r>
          <a:endParaRPr lang="en-IN" sz="2000" dirty="0">
            <a:latin typeface="Gill Sans MT" panose="020B0502020104020203" pitchFamily="34" charset="0"/>
          </a:endParaRPr>
        </a:p>
      </dgm:t>
    </dgm:pt>
    <dgm:pt modelId="{C4000141-A5B8-4EBE-8B91-B91168D3E950}" type="parTrans" cxnId="{F99EDFEE-BBC3-4CF2-A42A-2BD018505ABF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0F145A5D-F718-4C3A-BA91-0F47E63AD318}" type="sibTrans" cxnId="{F99EDFEE-BBC3-4CF2-A42A-2BD018505ABF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A00136D8-1DEF-43AF-83D5-F76B816D857D}">
      <dgm:prSet phldrT="[Text]" custT="1"/>
      <dgm:spPr/>
      <dgm:t>
        <a:bodyPr/>
        <a:lstStyle/>
        <a:p>
          <a:pPr>
            <a:buNone/>
          </a:pPr>
          <a:r>
            <a:rPr lang="en-US" sz="2400" b="1" dirty="0">
              <a:solidFill>
                <a:srgbClr val="92D050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UNDERSTAND</a:t>
          </a:r>
          <a:endParaRPr lang="en-IN" sz="2000" dirty="0">
            <a:solidFill>
              <a:srgbClr val="92D050"/>
            </a:solidFill>
            <a:latin typeface="Gill Sans MT" panose="020B0502020104020203" pitchFamily="34" charset="0"/>
          </a:endParaRPr>
        </a:p>
      </dgm:t>
    </dgm:pt>
    <dgm:pt modelId="{FAEAAF71-ADFC-4C5A-9E0A-17D976B73181}" type="parTrans" cxnId="{FAC85678-34D3-4B8A-9541-E389F1765132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5D5299D4-CC06-46FE-8073-966EBCB32FA8}" type="sibTrans" cxnId="{FAC85678-34D3-4B8A-9541-E389F1765132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9B65C52A-3586-474B-A94B-24BB90A970AC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AI-powered insights and demographic benchmarking via </a:t>
          </a:r>
          <a:r>
            <a:rPr lang="en-US" sz="2000" dirty="0" err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r>
            <a:rPr lang="en-US" sz="20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for personalized context</a:t>
          </a:r>
          <a:endParaRPr lang="en-IN" sz="2000" dirty="0">
            <a:latin typeface="Gill Sans MT" panose="020B0502020104020203" pitchFamily="34" charset="0"/>
          </a:endParaRPr>
        </a:p>
      </dgm:t>
    </dgm:pt>
    <dgm:pt modelId="{55B0D5D7-EC5B-4893-A19F-E5D659154D83}" type="parTrans" cxnId="{95E06250-AC1E-4914-B2BE-8B714BAC9ACA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7C032703-28D3-4046-A84D-28E675E63F89}" type="sibTrans" cxnId="{95E06250-AC1E-4914-B2BE-8B714BAC9ACA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88858062-55AC-403E-A338-24F6A2055F9F}">
      <dgm:prSet phldrT="[Text]" custT="1"/>
      <dgm:spPr/>
      <dgm:t>
        <a:bodyPr/>
        <a:lstStyle/>
        <a:p>
          <a:pPr>
            <a:buNone/>
          </a:pPr>
          <a:r>
            <a:rPr lang="en-US" sz="2400" b="1" dirty="0">
              <a:solidFill>
                <a:srgbClr val="FFFF00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IMPROVE</a:t>
          </a:r>
          <a:endParaRPr lang="en-IN" sz="2000" dirty="0">
            <a:solidFill>
              <a:srgbClr val="FFFF00"/>
            </a:solidFill>
            <a:latin typeface="Gill Sans MT" panose="020B0502020104020203" pitchFamily="34" charset="0"/>
          </a:endParaRPr>
        </a:p>
      </dgm:t>
    </dgm:pt>
    <dgm:pt modelId="{3A49BA9F-B0E1-4A6E-869A-BAD23AFB7331}" type="parTrans" cxnId="{53E5ABEE-8A48-4730-98C7-92E3D242C7DF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7025F621-60DD-41FC-9F98-D90FEA98DF47}" type="sibTrans" cxnId="{53E5ABEE-8A48-4730-98C7-92E3D242C7DF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84C0C03F-5295-4D16-AFA4-F70D9FAB16AC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Gamification, habit-building tools, and community support for sustained behavior change</a:t>
          </a:r>
          <a:endParaRPr lang="en-IN" sz="2000" dirty="0">
            <a:latin typeface="Gill Sans MT" panose="020B0502020104020203" pitchFamily="34" charset="0"/>
          </a:endParaRPr>
        </a:p>
      </dgm:t>
    </dgm:pt>
    <dgm:pt modelId="{F64C051C-379F-4C4F-919A-619B57C1B078}" type="parTrans" cxnId="{67DD9606-AB02-450D-A954-B5187722D649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37B51EE9-9C93-44F1-B8CB-6F569BC88815}" type="sibTrans" cxnId="{67DD9606-AB02-450D-A954-B5187722D649}">
      <dgm:prSet/>
      <dgm:spPr/>
      <dgm:t>
        <a:bodyPr/>
        <a:lstStyle/>
        <a:p>
          <a:endParaRPr lang="en-IN" sz="2000">
            <a:latin typeface="Gill Sans MT" panose="020B0502020104020203" pitchFamily="34" charset="0"/>
          </a:endParaRPr>
        </a:p>
      </dgm:t>
    </dgm:pt>
    <dgm:pt modelId="{FF577623-A8D6-4038-9287-154E45EA55E5}" type="pres">
      <dgm:prSet presAssocID="{7AE6782D-F3AB-4D4B-BE3E-247904018B82}" presName="Name0" presStyleCnt="0">
        <dgm:presLayoutVars>
          <dgm:chMax/>
          <dgm:chPref/>
          <dgm:dir/>
        </dgm:presLayoutVars>
      </dgm:prSet>
      <dgm:spPr/>
    </dgm:pt>
    <dgm:pt modelId="{F6D197B9-C516-43AC-A2D1-7D93A52797F7}" type="pres">
      <dgm:prSet presAssocID="{748D0319-726A-4BF8-AF4E-BBD76DAA0513}" presName="parenttextcomposite" presStyleCnt="0"/>
      <dgm:spPr/>
    </dgm:pt>
    <dgm:pt modelId="{F76E1376-6F45-4477-80D7-C445239956A3}" type="pres">
      <dgm:prSet presAssocID="{748D0319-726A-4BF8-AF4E-BBD76DAA0513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EB68C19C-0EBA-4423-8103-4C19CB0EB85D}" type="pres">
      <dgm:prSet presAssocID="{748D0319-726A-4BF8-AF4E-BBD76DAA0513}" presName="composite" presStyleCnt="0"/>
      <dgm:spPr/>
    </dgm:pt>
    <dgm:pt modelId="{29EEF2D7-4707-4070-A9BE-77EBD73D3A64}" type="pres">
      <dgm:prSet presAssocID="{748D0319-726A-4BF8-AF4E-BBD76DAA0513}" presName="chevron1" presStyleLbl="alignNode1" presStyleIdx="0" presStyleCnt="21"/>
      <dgm:spPr/>
    </dgm:pt>
    <dgm:pt modelId="{1947B973-FD9A-44BC-8ED3-7A38D24E4773}" type="pres">
      <dgm:prSet presAssocID="{748D0319-726A-4BF8-AF4E-BBD76DAA0513}" presName="chevron2" presStyleLbl="alignNode1" presStyleIdx="1" presStyleCnt="21"/>
      <dgm:spPr/>
    </dgm:pt>
    <dgm:pt modelId="{108672C7-A74A-465E-958C-A05FE916AC30}" type="pres">
      <dgm:prSet presAssocID="{748D0319-726A-4BF8-AF4E-BBD76DAA0513}" presName="chevron3" presStyleLbl="alignNode1" presStyleIdx="2" presStyleCnt="21"/>
      <dgm:spPr/>
    </dgm:pt>
    <dgm:pt modelId="{7BB65522-E2FA-4AEC-A32D-04DAFE503818}" type="pres">
      <dgm:prSet presAssocID="{748D0319-726A-4BF8-AF4E-BBD76DAA0513}" presName="chevron4" presStyleLbl="alignNode1" presStyleIdx="3" presStyleCnt="21"/>
      <dgm:spPr/>
    </dgm:pt>
    <dgm:pt modelId="{CE242AD4-4409-4709-8C23-E2D3A1AE4D4A}" type="pres">
      <dgm:prSet presAssocID="{748D0319-726A-4BF8-AF4E-BBD76DAA0513}" presName="chevron5" presStyleLbl="alignNode1" presStyleIdx="4" presStyleCnt="21"/>
      <dgm:spPr/>
    </dgm:pt>
    <dgm:pt modelId="{F5349C38-7F3B-49E9-9233-CB69C1D60575}" type="pres">
      <dgm:prSet presAssocID="{748D0319-726A-4BF8-AF4E-BBD76DAA0513}" presName="chevron6" presStyleLbl="alignNode1" presStyleIdx="5" presStyleCnt="21"/>
      <dgm:spPr/>
    </dgm:pt>
    <dgm:pt modelId="{3B57F937-B84B-4E97-A87A-DA49E47A0311}" type="pres">
      <dgm:prSet presAssocID="{748D0319-726A-4BF8-AF4E-BBD76DAA0513}" presName="chevron7" presStyleLbl="alignNode1" presStyleIdx="6" presStyleCnt="21"/>
      <dgm:spPr/>
    </dgm:pt>
    <dgm:pt modelId="{5D447369-420A-43E9-9C06-6DCD8C1E4291}" type="pres">
      <dgm:prSet presAssocID="{748D0319-726A-4BF8-AF4E-BBD76DAA0513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CCE3AB66-EC26-4432-AC66-E5BEA1EC9F83}" type="pres">
      <dgm:prSet presAssocID="{E4112E78-1366-4124-B210-535836907167}" presName="sibTrans" presStyleCnt="0"/>
      <dgm:spPr/>
    </dgm:pt>
    <dgm:pt modelId="{B606D732-0404-4B27-9BD9-DBF1436F83BB}" type="pres">
      <dgm:prSet presAssocID="{A00136D8-1DEF-43AF-83D5-F76B816D857D}" presName="parenttextcomposite" presStyleCnt="0"/>
      <dgm:spPr/>
    </dgm:pt>
    <dgm:pt modelId="{8AE0073B-F844-48C5-BD90-0DBB658D8F71}" type="pres">
      <dgm:prSet presAssocID="{A00136D8-1DEF-43AF-83D5-F76B816D857D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E8BA1767-1F4A-4DE3-AB38-6AEC0E7BE651}" type="pres">
      <dgm:prSet presAssocID="{A00136D8-1DEF-43AF-83D5-F76B816D857D}" presName="composite" presStyleCnt="0"/>
      <dgm:spPr/>
    </dgm:pt>
    <dgm:pt modelId="{D046CD0A-CC89-471F-8A8C-1B398B355991}" type="pres">
      <dgm:prSet presAssocID="{A00136D8-1DEF-43AF-83D5-F76B816D857D}" presName="chevron1" presStyleLbl="alignNode1" presStyleIdx="7" presStyleCnt="21"/>
      <dgm:spPr/>
    </dgm:pt>
    <dgm:pt modelId="{597879C8-5F85-4429-A591-D3B2582D2FC9}" type="pres">
      <dgm:prSet presAssocID="{A00136D8-1DEF-43AF-83D5-F76B816D857D}" presName="chevron2" presStyleLbl="alignNode1" presStyleIdx="8" presStyleCnt="21"/>
      <dgm:spPr/>
    </dgm:pt>
    <dgm:pt modelId="{1B039C4D-325E-4216-9174-BA571D39DE1E}" type="pres">
      <dgm:prSet presAssocID="{A00136D8-1DEF-43AF-83D5-F76B816D857D}" presName="chevron3" presStyleLbl="alignNode1" presStyleIdx="9" presStyleCnt="21"/>
      <dgm:spPr/>
    </dgm:pt>
    <dgm:pt modelId="{3AF8C0D1-63C2-4AF3-B4A1-4D223FC8C4E9}" type="pres">
      <dgm:prSet presAssocID="{A00136D8-1DEF-43AF-83D5-F76B816D857D}" presName="chevron4" presStyleLbl="alignNode1" presStyleIdx="10" presStyleCnt="21"/>
      <dgm:spPr/>
    </dgm:pt>
    <dgm:pt modelId="{CD2307F5-4B09-42CB-8F84-78C0180DDA38}" type="pres">
      <dgm:prSet presAssocID="{A00136D8-1DEF-43AF-83D5-F76B816D857D}" presName="chevron5" presStyleLbl="alignNode1" presStyleIdx="11" presStyleCnt="21"/>
      <dgm:spPr/>
    </dgm:pt>
    <dgm:pt modelId="{C91A6DB5-730F-4EC7-BD1F-64C678E04FD5}" type="pres">
      <dgm:prSet presAssocID="{A00136D8-1DEF-43AF-83D5-F76B816D857D}" presName="chevron6" presStyleLbl="alignNode1" presStyleIdx="12" presStyleCnt="21"/>
      <dgm:spPr/>
    </dgm:pt>
    <dgm:pt modelId="{5E3B61FA-A30F-4FF3-9C52-2679942377BE}" type="pres">
      <dgm:prSet presAssocID="{A00136D8-1DEF-43AF-83D5-F76B816D857D}" presName="chevron7" presStyleLbl="alignNode1" presStyleIdx="13" presStyleCnt="21"/>
      <dgm:spPr/>
    </dgm:pt>
    <dgm:pt modelId="{C0CBBF96-8CF7-41A5-9894-A6D8FB924E7C}" type="pres">
      <dgm:prSet presAssocID="{A00136D8-1DEF-43AF-83D5-F76B816D857D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26F94AF9-A13B-41F7-967C-200264361452}" type="pres">
      <dgm:prSet presAssocID="{5D5299D4-CC06-46FE-8073-966EBCB32FA8}" presName="sibTrans" presStyleCnt="0"/>
      <dgm:spPr/>
    </dgm:pt>
    <dgm:pt modelId="{A7C0470E-9D7A-4A2E-9066-32CB8479085C}" type="pres">
      <dgm:prSet presAssocID="{88858062-55AC-403E-A338-24F6A2055F9F}" presName="parenttextcomposite" presStyleCnt="0"/>
      <dgm:spPr/>
    </dgm:pt>
    <dgm:pt modelId="{837696B5-F422-428D-9D58-46876D977368}" type="pres">
      <dgm:prSet presAssocID="{88858062-55AC-403E-A338-24F6A2055F9F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C7033870-7FFA-4DB8-980E-3AAE61EFABFA}" type="pres">
      <dgm:prSet presAssocID="{88858062-55AC-403E-A338-24F6A2055F9F}" presName="composite" presStyleCnt="0"/>
      <dgm:spPr/>
    </dgm:pt>
    <dgm:pt modelId="{5BC3EB60-6FC4-48E1-9664-7B72E90FF12E}" type="pres">
      <dgm:prSet presAssocID="{88858062-55AC-403E-A338-24F6A2055F9F}" presName="chevron1" presStyleLbl="alignNode1" presStyleIdx="14" presStyleCnt="21"/>
      <dgm:spPr/>
    </dgm:pt>
    <dgm:pt modelId="{CA81A206-1D57-4C24-AB0A-8DF6DCA5E77B}" type="pres">
      <dgm:prSet presAssocID="{88858062-55AC-403E-A338-24F6A2055F9F}" presName="chevron2" presStyleLbl="alignNode1" presStyleIdx="15" presStyleCnt="21"/>
      <dgm:spPr/>
    </dgm:pt>
    <dgm:pt modelId="{02A2E2B2-7E32-4F63-A8E4-4FF3CB76971E}" type="pres">
      <dgm:prSet presAssocID="{88858062-55AC-403E-A338-24F6A2055F9F}" presName="chevron3" presStyleLbl="alignNode1" presStyleIdx="16" presStyleCnt="21"/>
      <dgm:spPr/>
    </dgm:pt>
    <dgm:pt modelId="{9D166A6D-872B-4D36-90E6-A39D86008BB2}" type="pres">
      <dgm:prSet presAssocID="{88858062-55AC-403E-A338-24F6A2055F9F}" presName="chevron4" presStyleLbl="alignNode1" presStyleIdx="17" presStyleCnt="21"/>
      <dgm:spPr/>
    </dgm:pt>
    <dgm:pt modelId="{7381309F-4614-4B2A-B4FE-2E0651BF9F04}" type="pres">
      <dgm:prSet presAssocID="{88858062-55AC-403E-A338-24F6A2055F9F}" presName="chevron5" presStyleLbl="alignNode1" presStyleIdx="18" presStyleCnt="21"/>
      <dgm:spPr/>
    </dgm:pt>
    <dgm:pt modelId="{C0E0AC83-C784-4D6D-9B2A-D4AD52037D82}" type="pres">
      <dgm:prSet presAssocID="{88858062-55AC-403E-A338-24F6A2055F9F}" presName="chevron6" presStyleLbl="alignNode1" presStyleIdx="19" presStyleCnt="21"/>
      <dgm:spPr/>
    </dgm:pt>
    <dgm:pt modelId="{62D0E8E1-A944-4CCA-AB3B-B339AFFED4F3}" type="pres">
      <dgm:prSet presAssocID="{88858062-55AC-403E-A338-24F6A2055F9F}" presName="chevron7" presStyleLbl="alignNode1" presStyleIdx="20" presStyleCnt="21"/>
      <dgm:spPr/>
    </dgm:pt>
    <dgm:pt modelId="{D9D6BF1E-9916-428A-815B-0D653759C9D3}" type="pres">
      <dgm:prSet presAssocID="{88858062-55AC-403E-A338-24F6A2055F9F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67DD9606-AB02-450D-A954-B5187722D649}" srcId="{88858062-55AC-403E-A338-24F6A2055F9F}" destId="{84C0C03F-5295-4D16-AFA4-F70D9FAB16AC}" srcOrd="0" destOrd="0" parTransId="{F64C051C-379F-4C4F-919A-619B57C1B078}" sibTransId="{37B51EE9-9C93-44F1-B8CB-6F569BC88815}"/>
    <dgm:cxn modelId="{13DB3407-B1B4-42AE-A535-E070AD344E3B}" type="presOf" srcId="{9B65C52A-3586-474B-A94B-24BB90A970AC}" destId="{C0CBBF96-8CF7-41A5-9894-A6D8FB924E7C}" srcOrd="0" destOrd="0" presId="urn:microsoft.com/office/officeart/2008/layout/VerticalAccentList"/>
    <dgm:cxn modelId="{7171870B-753A-4333-A03B-DF2735521D16}" type="presOf" srcId="{D68FA434-B667-4841-BD2E-3A34252E9975}" destId="{5D447369-420A-43E9-9C06-6DCD8C1E4291}" srcOrd="0" destOrd="0" presId="urn:microsoft.com/office/officeart/2008/layout/VerticalAccentList"/>
    <dgm:cxn modelId="{F6466412-0399-4545-9634-DF42975F8992}" type="presOf" srcId="{84C0C03F-5295-4D16-AFA4-F70D9FAB16AC}" destId="{D9D6BF1E-9916-428A-815B-0D653759C9D3}" srcOrd="0" destOrd="0" presId="urn:microsoft.com/office/officeart/2008/layout/VerticalAccentList"/>
    <dgm:cxn modelId="{250CEF35-2645-4D6E-9323-A51AA5D087EF}" type="presOf" srcId="{88858062-55AC-403E-A338-24F6A2055F9F}" destId="{837696B5-F422-428D-9D58-46876D977368}" srcOrd="0" destOrd="0" presId="urn:microsoft.com/office/officeart/2008/layout/VerticalAccentList"/>
    <dgm:cxn modelId="{D1CF4E48-CD0A-43E4-8C72-0EFAD3A6BEF5}" srcId="{7AE6782D-F3AB-4D4B-BE3E-247904018B82}" destId="{748D0319-726A-4BF8-AF4E-BBD76DAA0513}" srcOrd="0" destOrd="0" parTransId="{E152E668-6FDC-4895-9B10-DED4DB1D5505}" sibTransId="{E4112E78-1366-4124-B210-535836907167}"/>
    <dgm:cxn modelId="{FDC3D34F-2941-4005-BDB4-4C1A026B1CC9}" type="presOf" srcId="{748D0319-726A-4BF8-AF4E-BBD76DAA0513}" destId="{F76E1376-6F45-4477-80D7-C445239956A3}" srcOrd="0" destOrd="0" presId="urn:microsoft.com/office/officeart/2008/layout/VerticalAccentList"/>
    <dgm:cxn modelId="{95E06250-AC1E-4914-B2BE-8B714BAC9ACA}" srcId="{A00136D8-1DEF-43AF-83D5-F76B816D857D}" destId="{9B65C52A-3586-474B-A94B-24BB90A970AC}" srcOrd="0" destOrd="0" parTransId="{55B0D5D7-EC5B-4893-A19F-E5D659154D83}" sibTransId="{7C032703-28D3-4046-A84D-28E675E63F89}"/>
    <dgm:cxn modelId="{FAC85678-34D3-4B8A-9541-E389F1765132}" srcId="{7AE6782D-F3AB-4D4B-BE3E-247904018B82}" destId="{A00136D8-1DEF-43AF-83D5-F76B816D857D}" srcOrd="1" destOrd="0" parTransId="{FAEAAF71-ADFC-4C5A-9E0A-17D976B73181}" sibTransId="{5D5299D4-CC06-46FE-8073-966EBCB32FA8}"/>
    <dgm:cxn modelId="{C5B87098-0566-48D6-BED6-CD0708E342E1}" type="presOf" srcId="{A00136D8-1DEF-43AF-83D5-F76B816D857D}" destId="{8AE0073B-F844-48C5-BD90-0DBB658D8F71}" srcOrd="0" destOrd="0" presId="urn:microsoft.com/office/officeart/2008/layout/VerticalAccentList"/>
    <dgm:cxn modelId="{53E5ABEE-8A48-4730-98C7-92E3D242C7DF}" srcId="{7AE6782D-F3AB-4D4B-BE3E-247904018B82}" destId="{88858062-55AC-403E-A338-24F6A2055F9F}" srcOrd="2" destOrd="0" parTransId="{3A49BA9F-B0E1-4A6E-869A-BAD23AFB7331}" sibTransId="{7025F621-60DD-41FC-9F98-D90FEA98DF47}"/>
    <dgm:cxn modelId="{F99EDFEE-BBC3-4CF2-A42A-2BD018505ABF}" srcId="{748D0319-726A-4BF8-AF4E-BBD76DAA0513}" destId="{D68FA434-B667-4841-BD2E-3A34252E9975}" srcOrd="0" destOrd="0" parTransId="{C4000141-A5B8-4EBE-8B91-B91168D3E950}" sibTransId="{0F145A5D-F718-4C3A-BA91-0F47E63AD318}"/>
    <dgm:cxn modelId="{3BA564F5-3BF6-45AD-9566-01A741523B02}" type="presOf" srcId="{7AE6782D-F3AB-4D4B-BE3E-247904018B82}" destId="{FF577623-A8D6-4038-9287-154E45EA55E5}" srcOrd="0" destOrd="0" presId="urn:microsoft.com/office/officeart/2008/layout/VerticalAccentList"/>
    <dgm:cxn modelId="{A68668C3-6049-4A02-A6CA-72DADB3FD0FC}" type="presParOf" srcId="{FF577623-A8D6-4038-9287-154E45EA55E5}" destId="{F6D197B9-C516-43AC-A2D1-7D93A52797F7}" srcOrd="0" destOrd="0" presId="urn:microsoft.com/office/officeart/2008/layout/VerticalAccentList"/>
    <dgm:cxn modelId="{C34FB1A3-DB30-4E7E-A2DC-287A63AA9719}" type="presParOf" srcId="{F6D197B9-C516-43AC-A2D1-7D93A52797F7}" destId="{F76E1376-6F45-4477-80D7-C445239956A3}" srcOrd="0" destOrd="0" presId="urn:microsoft.com/office/officeart/2008/layout/VerticalAccentList"/>
    <dgm:cxn modelId="{96AEEE7C-1735-47FC-9072-1A1AF94A759E}" type="presParOf" srcId="{FF577623-A8D6-4038-9287-154E45EA55E5}" destId="{EB68C19C-0EBA-4423-8103-4C19CB0EB85D}" srcOrd="1" destOrd="0" presId="urn:microsoft.com/office/officeart/2008/layout/VerticalAccentList"/>
    <dgm:cxn modelId="{9980E686-72E3-4021-BC2A-361861F1950C}" type="presParOf" srcId="{EB68C19C-0EBA-4423-8103-4C19CB0EB85D}" destId="{29EEF2D7-4707-4070-A9BE-77EBD73D3A64}" srcOrd="0" destOrd="0" presId="urn:microsoft.com/office/officeart/2008/layout/VerticalAccentList"/>
    <dgm:cxn modelId="{E0F791D6-0AEB-4645-A213-3CD3896C98A1}" type="presParOf" srcId="{EB68C19C-0EBA-4423-8103-4C19CB0EB85D}" destId="{1947B973-FD9A-44BC-8ED3-7A38D24E4773}" srcOrd="1" destOrd="0" presId="urn:microsoft.com/office/officeart/2008/layout/VerticalAccentList"/>
    <dgm:cxn modelId="{67AC61E3-762B-472E-BB1A-313AAC4BC898}" type="presParOf" srcId="{EB68C19C-0EBA-4423-8103-4C19CB0EB85D}" destId="{108672C7-A74A-465E-958C-A05FE916AC30}" srcOrd="2" destOrd="0" presId="urn:microsoft.com/office/officeart/2008/layout/VerticalAccentList"/>
    <dgm:cxn modelId="{F714ADEC-00FF-459C-B55B-199AB7586807}" type="presParOf" srcId="{EB68C19C-0EBA-4423-8103-4C19CB0EB85D}" destId="{7BB65522-E2FA-4AEC-A32D-04DAFE503818}" srcOrd="3" destOrd="0" presId="urn:microsoft.com/office/officeart/2008/layout/VerticalAccentList"/>
    <dgm:cxn modelId="{C81ACBE6-5480-4CDE-9865-D949C220FDC4}" type="presParOf" srcId="{EB68C19C-0EBA-4423-8103-4C19CB0EB85D}" destId="{CE242AD4-4409-4709-8C23-E2D3A1AE4D4A}" srcOrd="4" destOrd="0" presId="urn:microsoft.com/office/officeart/2008/layout/VerticalAccentList"/>
    <dgm:cxn modelId="{15E3A345-6C3C-46DC-962F-4AF182CB68CD}" type="presParOf" srcId="{EB68C19C-0EBA-4423-8103-4C19CB0EB85D}" destId="{F5349C38-7F3B-49E9-9233-CB69C1D60575}" srcOrd="5" destOrd="0" presId="urn:microsoft.com/office/officeart/2008/layout/VerticalAccentList"/>
    <dgm:cxn modelId="{FCCF5BAD-EFE4-480E-922F-2F7C7B19585F}" type="presParOf" srcId="{EB68C19C-0EBA-4423-8103-4C19CB0EB85D}" destId="{3B57F937-B84B-4E97-A87A-DA49E47A0311}" srcOrd="6" destOrd="0" presId="urn:microsoft.com/office/officeart/2008/layout/VerticalAccentList"/>
    <dgm:cxn modelId="{215F7134-4377-4124-849C-3BEB170ABA30}" type="presParOf" srcId="{EB68C19C-0EBA-4423-8103-4C19CB0EB85D}" destId="{5D447369-420A-43E9-9C06-6DCD8C1E4291}" srcOrd="7" destOrd="0" presId="urn:microsoft.com/office/officeart/2008/layout/VerticalAccentList"/>
    <dgm:cxn modelId="{745B94C9-9885-4D62-B02C-A0A7278CCFB4}" type="presParOf" srcId="{FF577623-A8D6-4038-9287-154E45EA55E5}" destId="{CCE3AB66-EC26-4432-AC66-E5BEA1EC9F83}" srcOrd="2" destOrd="0" presId="urn:microsoft.com/office/officeart/2008/layout/VerticalAccentList"/>
    <dgm:cxn modelId="{44286920-C992-4280-A435-E3721B0B0527}" type="presParOf" srcId="{FF577623-A8D6-4038-9287-154E45EA55E5}" destId="{B606D732-0404-4B27-9BD9-DBF1436F83BB}" srcOrd="3" destOrd="0" presId="urn:microsoft.com/office/officeart/2008/layout/VerticalAccentList"/>
    <dgm:cxn modelId="{8B2AE4CD-15BD-4F7D-9B40-06DABFF106E1}" type="presParOf" srcId="{B606D732-0404-4B27-9BD9-DBF1436F83BB}" destId="{8AE0073B-F844-48C5-BD90-0DBB658D8F71}" srcOrd="0" destOrd="0" presId="urn:microsoft.com/office/officeart/2008/layout/VerticalAccentList"/>
    <dgm:cxn modelId="{9FD4AD65-B2BA-4F92-974A-28CF410AE07E}" type="presParOf" srcId="{FF577623-A8D6-4038-9287-154E45EA55E5}" destId="{E8BA1767-1F4A-4DE3-AB38-6AEC0E7BE651}" srcOrd="4" destOrd="0" presId="urn:microsoft.com/office/officeart/2008/layout/VerticalAccentList"/>
    <dgm:cxn modelId="{84289E4F-6DD5-4853-9E0F-8D6A97F75058}" type="presParOf" srcId="{E8BA1767-1F4A-4DE3-AB38-6AEC0E7BE651}" destId="{D046CD0A-CC89-471F-8A8C-1B398B355991}" srcOrd="0" destOrd="0" presId="urn:microsoft.com/office/officeart/2008/layout/VerticalAccentList"/>
    <dgm:cxn modelId="{994F8CE7-2D7F-4B31-AAF1-B932D3877D5D}" type="presParOf" srcId="{E8BA1767-1F4A-4DE3-AB38-6AEC0E7BE651}" destId="{597879C8-5F85-4429-A591-D3B2582D2FC9}" srcOrd="1" destOrd="0" presId="urn:microsoft.com/office/officeart/2008/layout/VerticalAccentList"/>
    <dgm:cxn modelId="{A0F3EB6C-16F0-4052-92A5-7E02B20FCE60}" type="presParOf" srcId="{E8BA1767-1F4A-4DE3-AB38-6AEC0E7BE651}" destId="{1B039C4D-325E-4216-9174-BA571D39DE1E}" srcOrd="2" destOrd="0" presId="urn:microsoft.com/office/officeart/2008/layout/VerticalAccentList"/>
    <dgm:cxn modelId="{3EBD0D04-CD6F-47C6-982E-F2B0492684B3}" type="presParOf" srcId="{E8BA1767-1F4A-4DE3-AB38-6AEC0E7BE651}" destId="{3AF8C0D1-63C2-4AF3-B4A1-4D223FC8C4E9}" srcOrd="3" destOrd="0" presId="urn:microsoft.com/office/officeart/2008/layout/VerticalAccentList"/>
    <dgm:cxn modelId="{A02D83BF-40DF-44AE-A79A-EAD3B0CFEC6E}" type="presParOf" srcId="{E8BA1767-1F4A-4DE3-AB38-6AEC0E7BE651}" destId="{CD2307F5-4B09-42CB-8F84-78C0180DDA38}" srcOrd="4" destOrd="0" presId="urn:microsoft.com/office/officeart/2008/layout/VerticalAccentList"/>
    <dgm:cxn modelId="{D9703B18-C59D-4FEF-B27E-2427981475DF}" type="presParOf" srcId="{E8BA1767-1F4A-4DE3-AB38-6AEC0E7BE651}" destId="{C91A6DB5-730F-4EC7-BD1F-64C678E04FD5}" srcOrd="5" destOrd="0" presId="urn:microsoft.com/office/officeart/2008/layout/VerticalAccentList"/>
    <dgm:cxn modelId="{8BEF317E-0626-4591-B1F1-2F4DD6A7639D}" type="presParOf" srcId="{E8BA1767-1F4A-4DE3-AB38-6AEC0E7BE651}" destId="{5E3B61FA-A30F-4FF3-9C52-2679942377BE}" srcOrd="6" destOrd="0" presId="urn:microsoft.com/office/officeart/2008/layout/VerticalAccentList"/>
    <dgm:cxn modelId="{0FCE6342-3156-41DE-A209-85D39DF57E4C}" type="presParOf" srcId="{E8BA1767-1F4A-4DE3-AB38-6AEC0E7BE651}" destId="{C0CBBF96-8CF7-41A5-9894-A6D8FB924E7C}" srcOrd="7" destOrd="0" presId="urn:microsoft.com/office/officeart/2008/layout/VerticalAccentList"/>
    <dgm:cxn modelId="{581E52C8-B9EE-4B31-B525-C0D538D73DD2}" type="presParOf" srcId="{FF577623-A8D6-4038-9287-154E45EA55E5}" destId="{26F94AF9-A13B-41F7-967C-200264361452}" srcOrd="5" destOrd="0" presId="urn:microsoft.com/office/officeart/2008/layout/VerticalAccentList"/>
    <dgm:cxn modelId="{611D78A3-97B4-4C34-8CB1-40F39689C2D1}" type="presParOf" srcId="{FF577623-A8D6-4038-9287-154E45EA55E5}" destId="{A7C0470E-9D7A-4A2E-9066-32CB8479085C}" srcOrd="6" destOrd="0" presId="urn:microsoft.com/office/officeart/2008/layout/VerticalAccentList"/>
    <dgm:cxn modelId="{EB9FEA27-9579-44D8-913A-47CC5310DC97}" type="presParOf" srcId="{A7C0470E-9D7A-4A2E-9066-32CB8479085C}" destId="{837696B5-F422-428D-9D58-46876D977368}" srcOrd="0" destOrd="0" presId="urn:microsoft.com/office/officeart/2008/layout/VerticalAccentList"/>
    <dgm:cxn modelId="{4F5EB4AC-8A7C-4BEB-B128-19ECA790DB70}" type="presParOf" srcId="{FF577623-A8D6-4038-9287-154E45EA55E5}" destId="{C7033870-7FFA-4DB8-980E-3AAE61EFABFA}" srcOrd="7" destOrd="0" presId="urn:microsoft.com/office/officeart/2008/layout/VerticalAccentList"/>
    <dgm:cxn modelId="{E53101D4-52DD-46AA-9F90-23B490858FD5}" type="presParOf" srcId="{C7033870-7FFA-4DB8-980E-3AAE61EFABFA}" destId="{5BC3EB60-6FC4-48E1-9664-7B72E90FF12E}" srcOrd="0" destOrd="0" presId="urn:microsoft.com/office/officeart/2008/layout/VerticalAccentList"/>
    <dgm:cxn modelId="{BC0621AB-671F-49FB-8B9B-1FD04B0D4451}" type="presParOf" srcId="{C7033870-7FFA-4DB8-980E-3AAE61EFABFA}" destId="{CA81A206-1D57-4C24-AB0A-8DF6DCA5E77B}" srcOrd="1" destOrd="0" presId="urn:microsoft.com/office/officeart/2008/layout/VerticalAccentList"/>
    <dgm:cxn modelId="{BBEABC8E-FED9-41CF-AB60-83DE66C75D70}" type="presParOf" srcId="{C7033870-7FFA-4DB8-980E-3AAE61EFABFA}" destId="{02A2E2B2-7E32-4F63-A8E4-4FF3CB76971E}" srcOrd="2" destOrd="0" presId="urn:microsoft.com/office/officeart/2008/layout/VerticalAccentList"/>
    <dgm:cxn modelId="{DEE90C0D-1430-4852-A2D9-8DA86423748B}" type="presParOf" srcId="{C7033870-7FFA-4DB8-980E-3AAE61EFABFA}" destId="{9D166A6D-872B-4D36-90E6-A39D86008BB2}" srcOrd="3" destOrd="0" presId="urn:microsoft.com/office/officeart/2008/layout/VerticalAccentList"/>
    <dgm:cxn modelId="{AA2D4780-3376-4DE9-BB1F-47539F39060C}" type="presParOf" srcId="{C7033870-7FFA-4DB8-980E-3AAE61EFABFA}" destId="{7381309F-4614-4B2A-B4FE-2E0651BF9F04}" srcOrd="4" destOrd="0" presId="urn:microsoft.com/office/officeart/2008/layout/VerticalAccentList"/>
    <dgm:cxn modelId="{BAC66004-CA99-4043-86F4-79DA673D5885}" type="presParOf" srcId="{C7033870-7FFA-4DB8-980E-3AAE61EFABFA}" destId="{C0E0AC83-C784-4D6D-9B2A-D4AD52037D82}" srcOrd="5" destOrd="0" presId="urn:microsoft.com/office/officeart/2008/layout/VerticalAccentList"/>
    <dgm:cxn modelId="{3026E7B6-AE16-4E4B-8B21-059584DBA7AD}" type="presParOf" srcId="{C7033870-7FFA-4DB8-980E-3AAE61EFABFA}" destId="{62D0E8E1-A944-4CCA-AB3B-B339AFFED4F3}" srcOrd="6" destOrd="0" presId="urn:microsoft.com/office/officeart/2008/layout/VerticalAccentList"/>
    <dgm:cxn modelId="{F67C621F-3496-4B7E-8F56-989F36298AA4}" type="presParOf" srcId="{C7033870-7FFA-4DB8-980E-3AAE61EFABFA}" destId="{D9D6BF1E-9916-428A-815B-0D653759C9D3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C2D90B-7725-4190-BA5D-4131E7A0E3B4}" type="doc">
      <dgm:prSet loTypeId="urn:microsoft.com/office/officeart/2005/8/layout/process5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9446121-0561-4F82-B30B-79993714CC60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20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1: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Simple input forms for travel modes, energy consumption, diet, and lifestyle choices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2C0EA0BC-DF1E-4B41-BE72-F45037ABE12F}" type="parTrans" cxnId="{DF2CF304-BDC1-4FA6-A8B5-44EC2E0594BC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BB935881-21F5-42FF-8ED9-DEE0E54DD0F3}" type="sibTrans" cxnId="{DF2CF304-BDC1-4FA6-A8B5-44EC2E0594BC}">
      <dgm:prSet custT="1"/>
      <dgm:spPr/>
      <dgm:t>
        <a:bodyPr/>
        <a:lstStyle/>
        <a:p>
          <a:endParaRPr lang="en-IN" sz="18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6FAFC6B8-6246-4E01-8A3D-7F4D728593AE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20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3: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Real-time dashboard displays footprint breakdown with visual charts and trend analysis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5D3DE7EF-B59E-46D4-B174-E4477A120D85}" type="parTrans" cxnId="{61648F99-0A94-4E2B-A5F3-3FB1F89F899F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0536AB11-1469-4DF1-AA3E-DB16247AC285}" type="sibTrans" cxnId="{61648F99-0A94-4E2B-A5F3-3FB1F89F899F}">
      <dgm:prSet custT="1"/>
      <dgm:spPr/>
      <dgm:t>
        <a:bodyPr/>
        <a:lstStyle/>
        <a:p>
          <a:endParaRPr lang="en-IN" sz="18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2923549C-10E1-4270-91A3-4179586138F3}">
      <dgm:prSet phldrT="[Text]" custT="1"/>
      <dgm:spPr/>
      <dgm:t>
        <a:bodyPr/>
        <a:lstStyle/>
        <a:p>
          <a:r>
            <a:rPr lang="en-US" sz="20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4: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r>
            <a:rPr lang="en-US" sz="2000" dirty="0" err="1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compares user's footprint with demographic averages for meaningful context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A6921D36-94F6-40F3-AC55-EF81BEB534CE}" type="parTrans" cxnId="{08EDBCA2-610E-4E3F-A380-63FBC4123CFF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ECFFA05E-C46A-49D3-A33A-162244ACB149}" type="sibTrans" cxnId="{08EDBCA2-610E-4E3F-A380-63FBC4123CFF}">
      <dgm:prSet custT="1"/>
      <dgm:spPr/>
      <dgm:t>
        <a:bodyPr/>
        <a:lstStyle/>
        <a:p>
          <a:endParaRPr lang="en-IN" sz="18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1711940C-B782-4636-8834-49C71C4C67D7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20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2: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Custom CO₂ engine processes data using scientifically validated emission factors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B09BE59E-B1C9-4F93-98CA-7BB3C12592F7}" type="parTrans" cxnId="{8E9B8683-1D79-404F-923C-021F57F9681C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084722CD-4BB8-4B51-B251-7B0EEA0DA557}" type="sibTrans" cxnId="{8E9B8683-1D79-404F-923C-021F57F9681C}">
      <dgm:prSet custT="1"/>
      <dgm:spPr/>
      <dgm:t>
        <a:bodyPr/>
        <a:lstStyle/>
        <a:p>
          <a:endParaRPr lang="en-IN" sz="18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E4DA7363-36CC-476E-A462-DCFFD1B66AE6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20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5: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AI-style insight generator provides personalized, actionable recommendations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FB07B2B2-704B-4DAA-BDF5-77BE4B715048}" type="parTrans" cxnId="{289D270C-E9BE-4B01-B958-1A0CDFBAA035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40ED3E51-9A93-4212-ADCE-EB88BE02F85E}" type="sibTrans" cxnId="{289D270C-E9BE-4B01-B958-1A0CDFBAA035}">
      <dgm:prSet custT="1"/>
      <dgm:spPr/>
      <dgm:t>
        <a:bodyPr/>
        <a:lstStyle/>
        <a:p>
          <a:endParaRPr lang="en-IN" sz="18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59DE4306-F0F0-4556-A48C-0BC43274555E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2000" b="1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6:</a:t>
          </a:r>
          <a:r>
            <a:rPr lang="en-US" sz="20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Airefy integrates air quality data to suggest location-based eco-actions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D6F88727-2EE3-461B-BF40-00965CF4C523}" type="parTrans" cxnId="{6D7FE93E-2974-41B2-809C-0170E021DC0B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DC20F3DC-CB80-4440-9E78-3E699CF4D4FE}" type="sibTrans" cxnId="{6D7FE93E-2974-41B2-809C-0170E021DC0B}">
      <dgm:prSet custT="1"/>
      <dgm:spPr/>
      <dgm:t>
        <a:bodyPr/>
        <a:lstStyle/>
        <a:p>
          <a:endParaRPr lang="en-IN" sz="18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101242D7-0425-4BD7-9667-5360D520920D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20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7: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Gamification system awards badges, streaks, and leaderboard rankings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87CF926D-E8CF-4937-8999-040086EAD97D}" type="parTrans" cxnId="{0149001D-54C4-43F0-B960-6F713E03FF39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64DE1476-405E-4944-895A-DDAAD83D5319}" type="sibTrans" cxnId="{0149001D-54C4-43F0-B960-6F713E03FF39}">
      <dgm:prSet custT="1"/>
      <dgm:spPr/>
      <dgm:t>
        <a:bodyPr/>
        <a:lstStyle/>
        <a:p>
          <a:endParaRPr lang="en-IN" sz="18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4295734D-C849-45A9-89FF-4673C92D0C8E}">
      <dgm:prSet phldrT="[Text]" custT="1"/>
      <dgm:spPr/>
      <dgm:t>
        <a:bodyPr/>
        <a:lstStyle/>
        <a:p>
          <a:r>
            <a:rPr lang="en-US" sz="20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8:</a:t>
          </a:r>
          <a:r>
            <a:rPr lang="en-US" sz="20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Community features enable sharing progress, QR profiles, and marketplace rewards</a:t>
          </a:r>
          <a:endParaRPr lang="en-IN" sz="20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752650E8-D622-4652-BC5B-D876F35449DA}" type="parTrans" cxnId="{E3BF59BF-B34E-472D-8A6F-48CF761BB60E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C6BCC060-4927-4625-A7C7-69AB9B56F0CE}" type="sibTrans" cxnId="{E3BF59BF-B34E-472D-8A6F-48CF761BB60E}">
      <dgm:prSet/>
      <dgm:spPr/>
      <dgm:t>
        <a:bodyPr/>
        <a:lstStyle/>
        <a:p>
          <a:endParaRPr lang="en-IN" sz="24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ADFA198F-050C-45E3-85D2-9AA332FD5966}" type="pres">
      <dgm:prSet presAssocID="{A2C2D90B-7725-4190-BA5D-4131E7A0E3B4}" presName="diagram" presStyleCnt="0">
        <dgm:presLayoutVars>
          <dgm:dir/>
          <dgm:resizeHandles val="exact"/>
        </dgm:presLayoutVars>
      </dgm:prSet>
      <dgm:spPr/>
    </dgm:pt>
    <dgm:pt modelId="{40F01046-0182-4432-B482-DDAFCF4467A7}" type="pres">
      <dgm:prSet presAssocID="{B9446121-0561-4F82-B30B-79993714CC60}" presName="node" presStyleLbl="node1" presStyleIdx="0" presStyleCnt="8">
        <dgm:presLayoutVars>
          <dgm:bulletEnabled val="1"/>
        </dgm:presLayoutVars>
      </dgm:prSet>
      <dgm:spPr/>
    </dgm:pt>
    <dgm:pt modelId="{B2631FCC-8817-4950-9EAC-620C09434AA4}" type="pres">
      <dgm:prSet presAssocID="{BB935881-21F5-42FF-8ED9-DEE0E54DD0F3}" presName="sibTrans" presStyleLbl="sibTrans2D1" presStyleIdx="0" presStyleCnt="7"/>
      <dgm:spPr/>
    </dgm:pt>
    <dgm:pt modelId="{296EDA32-15E4-4347-82B8-4BAC9934EC89}" type="pres">
      <dgm:prSet presAssocID="{BB935881-21F5-42FF-8ED9-DEE0E54DD0F3}" presName="connectorText" presStyleLbl="sibTrans2D1" presStyleIdx="0" presStyleCnt="7"/>
      <dgm:spPr/>
    </dgm:pt>
    <dgm:pt modelId="{C48DAE4C-743C-4CF2-9D81-9B9F72C3C979}" type="pres">
      <dgm:prSet presAssocID="{1711940C-B782-4636-8834-49C71C4C67D7}" presName="node" presStyleLbl="node1" presStyleIdx="1" presStyleCnt="8">
        <dgm:presLayoutVars>
          <dgm:bulletEnabled val="1"/>
        </dgm:presLayoutVars>
      </dgm:prSet>
      <dgm:spPr/>
    </dgm:pt>
    <dgm:pt modelId="{A7AC4295-815E-4E4E-9797-B041F8FBF396}" type="pres">
      <dgm:prSet presAssocID="{084722CD-4BB8-4B51-B251-7B0EEA0DA557}" presName="sibTrans" presStyleLbl="sibTrans2D1" presStyleIdx="1" presStyleCnt="7"/>
      <dgm:spPr/>
    </dgm:pt>
    <dgm:pt modelId="{484F47CA-0493-42C6-87FF-75AE57FF307E}" type="pres">
      <dgm:prSet presAssocID="{084722CD-4BB8-4B51-B251-7B0EEA0DA557}" presName="connectorText" presStyleLbl="sibTrans2D1" presStyleIdx="1" presStyleCnt="7"/>
      <dgm:spPr/>
    </dgm:pt>
    <dgm:pt modelId="{F7B89897-1CA2-4641-A5CA-FCA98C99B0E9}" type="pres">
      <dgm:prSet presAssocID="{6FAFC6B8-6246-4E01-8A3D-7F4D728593AE}" presName="node" presStyleLbl="node1" presStyleIdx="2" presStyleCnt="8">
        <dgm:presLayoutVars>
          <dgm:bulletEnabled val="1"/>
        </dgm:presLayoutVars>
      </dgm:prSet>
      <dgm:spPr/>
    </dgm:pt>
    <dgm:pt modelId="{15369C0F-50F2-4737-8488-DFC112846F37}" type="pres">
      <dgm:prSet presAssocID="{0536AB11-1469-4DF1-AA3E-DB16247AC285}" presName="sibTrans" presStyleLbl="sibTrans2D1" presStyleIdx="2" presStyleCnt="7"/>
      <dgm:spPr/>
    </dgm:pt>
    <dgm:pt modelId="{30AA113B-0E8E-4079-B019-931298932326}" type="pres">
      <dgm:prSet presAssocID="{0536AB11-1469-4DF1-AA3E-DB16247AC285}" presName="connectorText" presStyleLbl="sibTrans2D1" presStyleIdx="2" presStyleCnt="7"/>
      <dgm:spPr/>
    </dgm:pt>
    <dgm:pt modelId="{171EB15E-F8A1-425F-A434-3E02FD96D124}" type="pres">
      <dgm:prSet presAssocID="{2923549C-10E1-4270-91A3-4179586138F3}" presName="node" presStyleLbl="node1" presStyleIdx="3" presStyleCnt="8">
        <dgm:presLayoutVars>
          <dgm:bulletEnabled val="1"/>
        </dgm:presLayoutVars>
      </dgm:prSet>
      <dgm:spPr/>
    </dgm:pt>
    <dgm:pt modelId="{9735DCD9-332A-4BFE-B768-F160616D96BD}" type="pres">
      <dgm:prSet presAssocID="{ECFFA05E-C46A-49D3-A33A-162244ACB149}" presName="sibTrans" presStyleLbl="sibTrans2D1" presStyleIdx="3" presStyleCnt="7"/>
      <dgm:spPr/>
    </dgm:pt>
    <dgm:pt modelId="{913B382F-E70B-4CC5-98E0-F64BFD39D771}" type="pres">
      <dgm:prSet presAssocID="{ECFFA05E-C46A-49D3-A33A-162244ACB149}" presName="connectorText" presStyleLbl="sibTrans2D1" presStyleIdx="3" presStyleCnt="7"/>
      <dgm:spPr/>
    </dgm:pt>
    <dgm:pt modelId="{76C07E63-6E43-4709-A33C-DCDE4A286BA5}" type="pres">
      <dgm:prSet presAssocID="{E4DA7363-36CC-476E-A462-DCFFD1B66AE6}" presName="node" presStyleLbl="node1" presStyleIdx="4" presStyleCnt="8">
        <dgm:presLayoutVars>
          <dgm:bulletEnabled val="1"/>
        </dgm:presLayoutVars>
      </dgm:prSet>
      <dgm:spPr/>
    </dgm:pt>
    <dgm:pt modelId="{8445455E-8434-4F09-9214-069C0B7FC9E6}" type="pres">
      <dgm:prSet presAssocID="{40ED3E51-9A93-4212-ADCE-EB88BE02F85E}" presName="sibTrans" presStyleLbl="sibTrans2D1" presStyleIdx="4" presStyleCnt="7"/>
      <dgm:spPr/>
    </dgm:pt>
    <dgm:pt modelId="{D6380F95-7DC0-47DE-9F54-028C85A926ED}" type="pres">
      <dgm:prSet presAssocID="{40ED3E51-9A93-4212-ADCE-EB88BE02F85E}" presName="connectorText" presStyleLbl="sibTrans2D1" presStyleIdx="4" presStyleCnt="7"/>
      <dgm:spPr/>
    </dgm:pt>
    <dgm:pt modelId="{4BE3D0DD-6D43-4587-BB68-1B1921369D9E}" type="pres">
      <dgm:prSet presAssocID="{59DE4306-F0F0-4556-A48C-0BC43274555E}" presName="node" presStyleLbl="node1" presStyleIdx="5" presStyleCnt="8">
        <dgm:presLayoutVars>
          <dgm:bulletEnabled val="1"/>
        </dgm:presLayoutVars>
      </dgm:prSet>
      <dgm:spPr/>
    </dgm:pt>
    <dgm:pt modelId="{C53B46AE-2C5B-48CA-8D80-966750D54CAF}" type="pres">
      <dgm:prSet presAssocID="{DC20F3DC-CB80-4440-9E78-3E699CF4D4FE}" presName="sibTrans" presStyleLbl="sibTrans2D1" presStyleIdx="5" presStyleCnt="7"/>
      <dgm:spPr/>
    </dgm:pt>
    <dgm:pt modelId="{5C1F8CFD-0062-477D-ADED-C559CECC502C}" type="pres">
      <dgm:prSet presAssocID="{DC20F3DC-CB80-4440-9E78-3E699CF4D4FE}" presName="connectorText" presStyleLbl="sibTrans2D1" presStyleIdx="5" presStyleCnt="7"/>
      <dgm:spPr/>
    </dgm:pt>
    <dgm:pt modelId="{6066DC78-E2B1-4805-ABAD-52B053D61CB0}" type="pres">
      <dgm:prSet presAssocID="{101242D7-0425-4BD7-9667-5360D520920D}" presName="node" presStyleLbl="node1" presStyleIdx="6" presStyleCnt="8">
        <dgm:presLayoutVars>
          <dgm:bulletEnabled val="1"/>
        </dgm:presLayoutVars>
      </dgm:prSet>
      <dgm:spPr/>
    </dgm:pt>
    <dgm:pt modelId="{827BB581-012D-4753-BFC5-8DF6457913B9}" type="pres">
      <dgm:prSet presAssocID="{64DE1476-405E-4944-895A-DDAAD83D5319}" presName="sibTrans" presStyleLbl="sibTrans2D1" presStyleIdx="6" presStyleCnt="7"/>
      <dgm:spPr/>
    </dgm:pt>
    <dgm:pt modelId="{FC6EB075-6C02-4B91-ADB7-B93E9E48A86A}" type="pres">
      <dgm:prSet presAssocID="{64DE1476-405E-4944-895A-DDAAD83D5319}" presName="connectorText" presStyleLbl="sibTrans2D1" presStyleIdx="6" presStyleCnt="7"/>
      <dgm:spPr/>
    </dgm:pt>
    <dgm:pt modelId="{60688278-B082-4315-8E59-17D3B36232D6}" type="pres">
      <dgm:prSet presAssocID="{4295734D-C849-45A9-89FF-4673C92D0C8E}" presName="node" presStyleLbl="node1" presStyleIdx="7" presStyleCnt="8">
        <dgm:presLayoutVars>
          <dgm:bulletEnabled val="1"/>
        </dgm:presLayoutVars>
      </dgm:prSet>
      <dgm:spPr/>
    </dgm:pt>
  </dgm:ptLst>
  <dgm:cxnLst>
    <dgm:cxn modelId="{9E303300-7654-426C-9F99-735E9748905A}" type="presOf" srcId="{E4DA7363-36CC-476E-A462-DCFFD1B66AE6}" destId="{76C07E63-6E43-4709-A33C-DCDE4A286BA5}" srcOrd="0" destOrd="0" presId="urn:microsoft.com/office/officeart/2005/8/layout/process5"/>
    <dgm:cxn modelId="{DF2CF304-BDC1-4FA6-A8B5-44EC2E0594BC}" srcId="{A2C2D90B-7725-4190-BA5D-4131E7A0E3B4}" destId="{B9446121-0561-4F82-B30B-79993714CC60}" srcOrd="0" destOrd="0" parTransId="{2C0EA0BC-DF1E-4B41-BE72-F45037ABE12F}" sibTransId="{BB935881-21F5-42FF-8ED9-DEE0E54DD0F3}"/>
    <dgm:cxn modelId="{2AC2D60B-B880-421B-8ECD-29C92048F6BE}" type="presOf" srcId="{101242D7-0425-4BD7-9667-5360D520920D}" destId="{6066DC78-E2B1-4805-ABAD-52B053D61CB0}" srcOrd="0" destOrd="0" presId="urn:microsoft.com/office/officeart/2005/8/layout/process5"/>
    <dgm:cxn modelId="{289D270C-E9BE-4B01-B958-1A0CDFBAA035}" srcId="{A2C2D90B-7725-4190-BA5D-4131E7A0E3B4}" destId="{E4DA7363-36CC-476E-A462-DCFFD1B66AE6}" srcOrd="4" destOrd="0" parTransId="{FB07B2B2-704B-4DAA-BDF5-77BE4B715048}" sibTransId="{40ED3E51-9A93-4212-ADCE-EB88BE02F85E}"/>
    <dgm:cxn modelId="{0149001D-54C4-43F0-B960-6F713E03FF39}" srcId="{A2C2D90B-7725-4190-BA5D-4131E7A0E3B4}" destId="{101242D7-0425-4BD7-9667-5360D520920D}" srcOrd="6" destOrd="0" parTransId="{87CF926D-E8CF-4937-8999-040086EAD97D}" sibTransId="{64DE1476-405E-4944-895A-DDAAD83D5319}"/>
    <dgm:cxn modelId="{C97EC925-49C1-46A0-980D-7E5418759A7B}" type="presOf" srcId="{084722CD-4BB8-4B51-B251-7B0EEA0DA557}" destId="{484F47CA-0493-42C6-87FF-75AE57FF307E}" srcOrd="1" destOrd="0" presId="urn:microsoft.com/office/officeart/2005/8/layout/process5"/>
    <dgm:cxn modelId="{9AD9293A-198A-452B-A8BD-4D23ECEF12B9}" type="presOf" srcId="{A2C2D90B-7725-4190-BA5D-4131E7A0E3B4}" destId="{ADFA198F-050C-45E3-85D2-9AA332FD5966}" srcOrd="0" destOrd="0" presId="urn:microsoft.com/office/officeart/2005/8/layout/process5"/>
    <dgm:cxn modelId="{6D7FE93E-2974-41B2-809C-0170E021DC0B}" srcId="{A2C2D90B-7725-4190-BA5D-4131E7A0E3B4}" destId="{59DE4306-F0F0-4556-A48C-0BC43274555E}" srcOrd="5" destOrd="0" parTransId="{D6F88727-2EE3-461B-BF40-00965CF4C523}" sibTransId="{DC20F3DC-CB80-4440-9E78-3E699CF4D4FE}"/>
    <dgm:cxn modelId="{3E25235C-630A-4EF8-9914-83C1A8B42960}" type="presOf" srcId="{BB935881-21F5-42FF-8ED9-DEE0E54DD0F3}" destId="{296EDA32-15E4-4347-82B8-4BAC9934EC89}" srcOrd="1" destOrd="0" presId="urn:microsoft.com/office/officeart/2005/8/layout/process5"/>
    <dgm:cxn modelId="{BBF0C95C-9833-4021-AF3B-7779D6238F16}" type="presOf" srcId="{084722CD-4BB8-4B51-B251-7B0EEA0DA557}" destId="{A7AC4295-815E-4E4E-9797-B041F8FBF396}" srcOrd="0" destOrd="0" presId="urn:microsoft.com/office/officeart/2005/8/layout/process5"/>
    <dgm:cxn modelId="{E917D44E-C4AA-43F7-A276-98400E4EB067}" type="presOf" srcId="{40ED3E51-9A93-4212-ADCE-EB88BE02F85E}" destId="{8445455E-8434-4F09-9214-069C0B7FC9E6}" srcOrd="0" destOrd="0" presId="urn:microsoft.com/office/officeart/2005/8/layout/process5"/>
    <dgm:cxn modelId="{937E2774-C4B8-4339-9FFC-AF996B3C7814}" type="presOf" srcId="{ECFFA05E-C46A-49D3-A33A-162244ACB149}" destId="{913B382F-E70B-4CC5-98E0-F64BFD39D771}" srcOrd="1" destOrd="0" presId="urn:microsoft.com/office/officeart/2005/8/layout/process5"/>
    <dgm:cxn modelId="{E067B554-1DDC-43DA-BFD3-2E97D0E807B6}" type="presOf" srcId="{1711940C-B782-4636-8834-49C71C4C67D7}" destId="{C48DAE4C-743C-4CF2-9D81-9B9F72C3C979}" srcOrd="0" destOrd="0" presId="urn:microsoft.com/office/officeart/2005/8/layout/process5"/>
    <dgm:cxn modelId="{D6FE0777-0B43-47DF-AD7E-D252A1B34C58}" type="presOf" srcId="{0536AB11-1469-4DF1-AA3E-DB16247AC285}" destId="{15369C0F-50F2-4737-8488-DFC112846F37}" srcOrd="0" destOrd="0" presId="urn:microsoft.com/office/officeart/2005/8/layout/process5"/>
    <dgm:cxn modelId="{C69CAA58-6B9B-4ABA-893B-E761FCB6E399}" type="presOf" srcId="{2923549C-10E1-4270-91A3-4179586138F3}" destId="{171EB15E-F8A1-425F-A434-3E02FD96D124}" srcOrd="0" destOrd="0" presId="urn:microsoft.com/office/officeart/2005/8/layout/process5"/>
    <dgm:cxn modelId="{574DD681-30DD-4B4C-A294-51047C15BDDF}" type="presOf" srcId="{6FAFC6B8-6246-4E01-8A3D-7F4D728593AE}" destId="{F7B89897-1CA2-4641-A5CA-FCA98C99B0E9}" srcOrd="0" destOrd="0" presId="urn:microsoft.com/office/officeart/2005/8/layout/process5"/>
    <dgm:cxn modelId="{8E9B8683-1D79-404F-923C-021F57F9681C}" srcId="{A2C2D90B-7725-4190-BA5D-4131E7A0E3B4}" destId="{1711940C-B782-4636-8834-49C71C4C67D7}" srcOrd="1" destOrd="0" parTransId="{B09BE59E-B1C9-4F93-98CA-7BB3C12592F7}" sibTransId="{084722CD-4BB8-4B51-B251-7B0EEA0DA557}"/>
    <dgm:cxn modelId="{001F5A86-58E2-44F0-BF26-2AB5471581EB}" type="presOf" srcId="{B9446121-0561-4F82-B30B-79993714CC60}" destId="{40F01046-0182-4432-B482-DDAFCF4467A7}" srcOrd="0" destOrd="0" presId="urn:microsoft.com/office/officeart/2005/8/layout/process5"/>
    <dgm:cxn modelId="{66F2108A-EEC1-412E-9DCE-E6001FB4144F}" type="presOf" srcId="{59DE4306-F0F0-4556-A48C-0BC43274555E}" destId="{4BE3D0DD-6D43-4587-BB68-1B1921369D9E}" srcOrd="0" destOrd="0" presId="urn:microsoft.com/office/officeart/2005/8/layout/process5"/>
    <dgm:cxn modelId="{E3B85F90-DE3D-4D64-A4A9-9E6403365E5C}" type="presOf" srcId="{ECFFA05E-C46A-49D3-A33A-162244ACB149}" destId="{9735DCD9-332A-4BFE-B768-F160616D96BD}" srcOrd="0" destOrd="0" presId="urn:microsoft.com/office/officeart/2005/8/layout/process5"/>
    <dgm:cxn modelId="{61648F99-0A94-4E2B-A5F3-3FB1F89F899F}" srcId="{A2C2D90B-7725-4190-BA5D-4131E7A0E3B4}" destId="{6FAFC6B8-6246-4E01-8A3D-7F4D728593AE}" srcOrd="2" destOrd="0" parTransId="{5D3DE7EF-B59E-46D4-B174-E4477A120D85}" sibTransId="{0536AB11-1469-4DF1-AA3E-DB16247AC285}"/>
    <dgm:cxn modelId="{38BEEA9A-1C8C-4BC8-A9B1-78C3C13A6188}" type="presOf" srcId="{DC20F3DC-CB80-4440-9E78-3E699CF4D4FE}" destId="{5C1F8CFD-0062-477D-ADED-C559CECC502C}" srcOrd="1" destOrd="0" presId="urn:microsoft.com/office/officeart/2005/8/layout/process5"/>
    <dgm:cxn modelId="{08EDBCA2-610E-4E3F-A380-63FBC4123CFF}" srcId="{A2C2D90B-7725-4190-BA5D-4131E7A0E3B4}" destId="{2923549C-10E1-4270-91A3-4179586138F3}" srcOrd="3" destOrd="0" parTransId="{A6921D36-94F6-40F3-AC55-EF81BEB534CE}" sibTransId="{ECFFA05E-C46A-49D3-A33A-162244ACB149}"/>
    <dgm:cxn modelId="{0FDEAFA3-5ABA-4160-B030-0C7A0DD60D3E}" type="presOf" srcId="{BB935881-21F5-42FF-8ED9-DEE0E54DD0F3}" destId="{B2631FCC-8817-4950-9EAC-620C09434AA4}" srcOrd="0" destOrd="0" presId="urn:microsoft.com/office/officeart/2005/8/layout/process5"/>
    <dgm:cxn modelId="{E3BF59BF-B34E-472D-8A6F-48CF761BB60E}" srcId="{A2C2D90B-7725-4190-BA5D-4131E7A0E3B4}" destId="{4295734D-C849-45A9-89FF-4673C92D0C8E}" srcOrd="7" destOrd="0" parTransId="{752650E8-D622-4652-BC5B-D876F35449DA}" sibTransId="{C6BCC060-4927-4625-A7C7-69AB9B56F0CE}"/>
    <dgm:cxn modelId="{7E7E86C2-7C5D-4572-B039-1E7C849B43FE}" type="presOf" srcId="{64DE1476-405E-4944-895A-DDAAD83D5319}" destId="{FC6EB075-6C02-4B91-ADB7-B93E9E48A86A}" srcOrd="1" destOrd="0" presId="urn:microsoft.com/office/officeart/2005/8/layout/process5"/>
    <dgm:cxn modelId="{7FFBBDD4-1B69-4F80-8A82-F7C3713E3F57}" type="presOf" srcId="{40ED3E51-9A93-4212-ADCE-EB88BE02F85E}" destId="{D6380F95-7DC0-47DE-9F54-028C85A926ED}" srcOrd="1" destOrd="0" presId="urn:microsoft.com/office/officeart/2005/8/layout/process5"/>
    <dgm:cxn modelId="{5E6251DF-13B3-4C85-90B2-BE1E969C6DAA}" type="presOf" srcId="{64DE1476-405E-4944-895A-DDAAD83D5319}" destId="{827BB581-012D-4753-BFC5-8DF6457913B9}" srcOrd="0" destOrd="0" presId="urn:microsoft.com/office/officeart/2005/8/layout/process5"/>
    <dgm:cxn modelId="{546728E0-91EA-476E-8099-D383DE298E70}" type="presOf" srcId="{0536AB11-1469-4DF1-AA3E-DB16247AC285}" destId="{30AA113B-0E8E-4079-B019-931298932326}" srcOrd="1" destOrd="0" presId="urn:microsoft.com/office/officeart/2005/8/layout/process5"/>
    <dgm:cxn modelId="{45310CE3-309B-4A79-B101-8353AE1D7A9F}" type="presOf" srcId="{4295734D-C849-45A9-89FF-4673C92D0C8E}" destId="{60688278-B082-4315-8E59-17D3B36232D6}" srcOrd="0" destOrd="0" presId="urn:microsoft.com/office/officeart/2005/8/layout/process5"/>
    <dgm:cxn modelId="{52B2AEF8-C4B4-4341-9F3E-2C2EDFD04D21}" type="presOf" srcId="{DC20F3DC-CB80-4440-9E78-3E699CF4D4FE}" destId="{C53B46AE-2C5B-48CA-8D80-966750D54CAF}" srcOrd="0" destOrd="0" presId="urn:microsoft.com/office/officeart/2005/8/layout/process5"/>
    <dgm:cxn modelId="{2C23AFFD-BA02-41DB-AA7A-2034E20E8154}" type="presParOf" srcId="{ADFA198F-050C-45E3-85D2-9AA332FD5966}" destId="{40F01046-0182-4432-B482-DDAFCF4467A7}" srcOrd="0" destOrd="0" presId="urn:microsoft.com/office/officeart/2005/8/layout/process5"/>
    <dgm:cxn modelId="{B8B9A865-3DBD-44FF-941E-0BD18A4B01C3}" type="presParOf" srcId="{ADFA198F-050C-45E3-85D2-9AA332FD5966}" destId="{B2631FCC-8817-4950-9EAC-620C09434AA4}" srcOrd="1" destOrd="0" presId="urn:microsoft.com/office/officeart/2005/8/layout/process5"/>
    <dgm:cxn modelId="{088BDAD7-18D0-48DA-B3B3-C94DEB14E9D6}" type="presParOf" srcId="{B2631FCC-8817-4950-9EAC-620C09434AA4}" destId="{296EDA32-15E4-4347-82B8-4BAC9934EC89}" srcOrd="0" destOrd="0" presId="urn:microsoft.com/office/officeart/2005/8/layout/process5"/>
    <dgm:cxn modelId="{29735DB3-11CA-4E4D-B67A-AEEFB7FA29D9}" type="presParOf" srcId="{ADFA198F-050C-45E3-85D2-9AA332FD5966}" destId="{C48DAE4C-743C-4CF2-9D81-9B9F72C3C979}" srcOrd="2" destOrd="0" presId="urn:microsoft.com/office/officeart/2005/8/layout/process5"/>
    <dgm:cxn modelId="{A7CEB14F-D4CE-463D-85F5-723B7CBED5B6}" type="presParOf" srcId="{ADFA198F-050C-45E3-85D2-9AA332FD5966}" destId="{A7AC4295-815E-4E4E-9797-B041F8FBF396}" srcOrd="3" destOrd="0" presId="urn:microsoft.com/office/officeart/2005/8/layout/process5"/>
    <dgm:cxn modelId="{053D413B-BAA4-46B5-8F96-F8C310223390}" type="presParOf" srcId="{A7AC4295-815E-4E4E-9797-B041F8FBF396}" destId="{484F47CA-0493-42C6-87FF-75AE57FF307E}" srcOrd="0" destOrd="0" presId="urn:microsoft.com/office/officeart/2005/8/layout/process5"/>
    <dgm:cxn modelId="{61EB7696-0D55-4812-8430-475E92723B6A}" type="presParOf" srcId="{ADFA198F-050C-45E3-85D2-9AA332FD5966}" destId="{F7B89897-1CA2-4641-A5CA-FCA98C99B0E9}" srcOrd="4" destOrd="0" presId="urn:microsoft.com/office/officeart/2005/8/layout/process5"/>
    <dgm:cxn modelId="{AC631D20-948E-4299-B632-D09F3D2FBC36}" type="presParOf" srcId="{ADFA198F-050C-45E3-85D2-9AA332FD5966}" destId="{15369C0F-50F2-4737-8488-DFC112846F37}" srcOrd="5" destOrd="0" presId="urn:microsoft.com/office/officeart/2005/8/layout/process5"/>
    <dgm:cxn modelId="{CAF7CAFF-1146-4F05-B26C-913D5F62B5A0}" type="presParOf" srcId="{15369C0F-50F2-4737-8488-DFC112846F37}" destId="{30AA113B-0E8E-4079-B019-931298932326}" srcOrd="0" destOrd="0" presId="urn:microsoft.com/office/officeart/2005/8/layout/process5"/>
    <dgm:cxn modelId="{2ECDD1C3-788F-4133-9899-0571AE6DE95D}" type="presParOf" srcId="{ADFA198F-050C-45E3-85D2-9AA332FD5966}" destId="{171EB15E-F8A1-425F-A434-3E02FD96D124}" srcOrd="6" destOrd="0" presId="urn:microsoft.com/office/officeart/2005/8/layout/process5"/>
    <dgm:cxn modelId="{D2F57E63-2088-4475-A754-DE95D66F1141}" type="presParOf" srcId="{ADFA198F-050C-45E3-85D2-9AA332FD5966}" destId="{9735DCD9-332A-4BFE-B768-F160616D96BD}" srcOrd="7" destOrd="0" presId="urn:microsoft.com/office/officeart/2005/8/layout/process5"/>
    <dgm:cxn modelId="{AF6AFF5F-2189-4F33-B030-8F70323F4703}" type="presParOf" srcId="{9735DCD9-332A-4BFE-B768-F160616D96BD}" destId="{913B382F-E70B-4CC5-98E0-F64BFD39D771}" srcOrd="0" destOrd="0" presId="urn:microsoft.com/office/officeart/2005/8/layout/process5"/>
    <dgm:cxn modelId="{FE250832-4BAE-4BF2-8A2E-AA8428891E14}" type="presParOf" srcId="{ADFA198F-050C-45E3-85D2-9AA332FD5966}" destId="{76C07E63-6E43-4709-A33C-DCDE4A286BA5}" srcOrd="8" destOrd="0" presId="urn:microsoft.com/office/officeart/2005/8/layout/process5"/>
    <dgm:cxn modelId="{0A1A361E-3B7F-423F-8BD4-153CDA0BFA39}" type="presParOf" srcId="{ADFA198F-050C-45E3-85D2-9AA332FD5966}" destId="{8445455E-8434-4F09-9214-069C0B7FC9E6}" srcOrd="9" destOrd="0" presId="urn:microsoft.com/office/officeart/2005/8/layout/process5"/>
    <dgm:cxn modelId="{E658BE1A-13D7-4C09-9478-8464680927C9}" type="presParOf" srcId="{8445455E-8434-4F09-9214-069C0B7FC9E6}" destId="{D6380F95-7DC0-47DE-9F54-028C85A926ED}" srcOrd="0" destOrd="0" presId="urn:microsoft.com/office/officeart/2005/8/layout/process5"/>
    <dgm:cxn modelId="{79B88A7C-0D11-4ADD-837A-4204BCEE05DA}" type="presParOf" srcId="{ADFA198F-050C-45E3-85D2-9AA332FD5966}" destId="{4BE3D0DD-6D43-4587-BB68-1B1921369D9E}" srcOrd="10" destOrd="0" presId="urn:microsoft.com/office/officeart/2005/8/layout/process5"/>
    <dgm:cxn modelId="{90811189-B72D-4111-A21B-592D13AC210E}" type="presParOf" srcId="{ADFA198F-050C-45E3-85D2-9AA332FD5966}" destId="{C53B46AE-2C5B-48CA-8D80-966750D54CAF}" srcOrd="11" destOrd="0" presId="urn:microsoft.com/office/officeart/2005/8/layout/process5"/>
    <dgm:cxn modelId="{33322302-B02E-4DEF-B737-47E6CA9E8314}" type="presParOf" srcId="{C53B46AE-2C5B-48CA-8D80-966750D54CAF}" destId="{5C1F8CFD-0062-477D-ADED-C559CECC502C}" srcOrd="0" destOrd="0" presId="urn:microsoft.com/office/officeart/2005/8/layout/process5"/>
    <dgm:cxn modelId="{55BACBFC-E592-4BAE-8F83-9B7F0431A12E}" type="presParOf" srcId="{ADFA198F-050C-45E3-85D2-9AA332FD5966}" destId="{6066DC78-E2B1-4805-ABAD-52B053D61CB0}" srcOrd="12" destOrd="0" presId="urn:microsoft.com/office/officeart/2005/8/layout/process5"/>
    <dgm:cxn modelId="{4B534BCF-0AED-414A-BABA-8D7A785FE63E}" type="presParOf" srcId="{ADFA198F-050C-45E3-85D2-9AA332FD5966}" destId="{827BB581-012D-4753-BFC5-8DF6457913B9}" srcOrd="13" destOrd="0" presId="urn:microsoft.com/office/officeart/2005/8/layout/process5"/>
    <dgm:cxn modelId="{64D2AEF8-BF12-40CB-B759-265599E60A12}" type="presParOf" srcId="{827BB581-012D-4753-BFC5-8DF6457913B9}" destId="{FC6EB075-6C02-4B91-ADB7-B93E9E48A86A}" srcOrd="0" destOrd="0" presId="urn:microsoft.com/office/officeart/2005/8/layout/process5"/>
    <dgm:cxn modelId="{2A63A50B-C19F-43BC-8FF4-7D45C4C50DEC}" type="presParOf" srcId="{ADFA198F-050C-45E3-85D2-9AA332FD5966}" destId="{60688278-B082-4315-8E59-17D3B36232D6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F931B1-B764-4432-AFA5-3EA434226E30}" type="doc">
      <dgm:prSet loTypeId="urn:microsoft.com/office/officeart/2005/8/layout/list1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BB825D2D-BB34-4319-BA9F-54C418001B6F}">
      <dgm:prSet phldrT="[Text]" custT="1"/>
      <dgm:spPr/>
      <dgm:t>
        <a:bodyPr/>
        <a:lstStyle/>
        <a:p>
          <a:pPr>
            <a:buNone/>
          </a:pPr>
          <a:r>
            <a:rPr lang="en-US" sz="18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Backend Architecture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73E2BFE9-592A-4A7E-AF78-A952325F8335}" type="parTrans" cxnId="{0AD3AA61-F7BF-4D72-A8F2-42CA2EB382F0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4866E90-14D2-4112-AE35-62D79ED42F05}" type="sibTrans" cxnId="{0AD3AA61-F7BF-4D72-A8F2-42CA2EB382F0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38D40C70-15F4-4A34-BA50-A42F23838EDA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18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Node.js + Express.js for scalable API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41362087-E88B-417C-9E2D-622BF9C635DC}" type="parTrans" cxnId="{ED219029-FF6C-438E-A382-E75FEE65ABED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914CE08-F784-4B47-8FF3-25AADA361A6E}" type="sibTrans" cxnId="{ED219029-FF6C-438E-A382-E75FEE65ABED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7640DC13-F2CA-4EBD-9EB8-9F23FA8E12A2}">
      <dgm:prSet phldrT="[Text]" custT="1"/>
      <dgm:spPr/>
      <dgm:t>
        <a:bodyPr/>
        <a:lstStyle/>
        <a:p>
          <a:pPr>
            <a:buNone/>
          </a:pPr>
          <a:r>
            <a:rPr lang="en-US" sz="18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Frontend &amp; Design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5F3C3A6C-8794-4377-A9FA-57257E7AC7EC}" type="parTrans" cxnId="{CF96DD56-3CCA-4B75-A20B-EE36ED13E3B8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8EED0EE-0866-4F85-8C40-5E0D24DFA33B}" type="sibTrans" cxnId="{CF96DD56-3CCA-4B75-A20B-EE36ED13E3B8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7E0BB13-4B20-4CB1-878A-BF95A7E80EC6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18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EJS templating with modular architecture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CDC98662-783B-429F-99BF-42561A566BBE}" type="parTrans" cxnId="{02ED3AA9-5B99-4E43-8E70-C3E50A4AC8A4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73E0119-35CD-410E-8A57-972364132D93}" type="sibTrans" cxnId="{02ED3AA9-5B99-4E43-8E70-C3E50A4AC8A4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E2FED33-4575-492A-A8B4-790B4A2B611E}">
      <dgm:prSet phldrT="[Text]" custT="1"/>
      <dgm:spPr/>
      <dgm:t>
        <a:bodyPr/>
        <a:lstStyle/>
        <a:p>
          <a:pPr>
            <a:buNone/>
          </a:pPr>
          <a:r>
            <a:rPr lang="en-US" sz="18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Intelligent Engines &amp; APIs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0EDE7FDA-FFDE-4E73-AB02-758BE083B73E}" type="parTrans" cxnId="{B49592EB-6D98-4442-8BA5-A7A2E83C892F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BEE9364-815E-4122-A726-F68E9DC434C5}" type="sibTrans" cxnId="{B49592EB-6D98-4442-8BA5-A7A2E83C892F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8569556-FCE5-4059-A0BE-CA3B455A0EB2}">
      <dgm:prSet phldrT="[Text]" custT="1"/>
      <dgm:spPr/>
      <dgm:t>
        <a:bodyPr/>
        <a:lstStyle/>
        <a:p>
          <a:pPr>
            <a:buNone/>
          </a:pPr>
          <a:r>
            <a:rPr lang="en-US" sz="18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Custom Carbon Engine: </a:t>
          </a:r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Scientifically validated emission factors from EPA, DEFRA, and IPCC databases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9933F387-A37F-4DE4-8BA1-6847DC1A358F}" type="parTrans" cxnId="{709B5E36-08B9-4E9E-8712-A0AD3892E444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88C9811-387C-4DAE-86A4-DBBA8738FF2B}" type="sibTrans" cxnId="{709B5E36-08B9-4E9E-8712-A0AD3892E444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732F1DBF-4689-4549-A7DB-D787F606E114}">
      <dgm:prSet phldrT="[Text]" phldr="1" custT="1"/>
      <dgm:spPr/>
      <dgm:t>
        <a:bodyPr/>
        <a:lstStyle/>
        <a:p>
          <a:endParaRPr lang="en-IN" sz="18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86B7004-2122-403F-B987-F50D661ABE6F}" type="parTrans" cxnId="{8EF9CF41-F587-4766-8FC4-C7D1FB35769F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9780DCA5-D254-4A0F-9BAD-61147E6C1A0D}" type="sibTrans" cxnId="{8EF9CF41-F587-4766-8FC4-C7D1FB35769F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CBF4ED5-5904-4482-BDE7-D974A2D8BC5C}">
      <dgm:prSet custT="1"/>
      <dgm:spPr/>
      <dgm:t>
        <a:bodyPr/>
        <a:lstStyle/>
        <a:p>
          <a:r>
            <a:rPr lang="en-US" sz="18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MongoDB with Mongoose ORM for data persistence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436535DE-2A3C-4A9C-A7FA-5B04CAC741C9}" type="parTrans" cxnId="{16C223C7-7FCE-42C6-B2D9-7C19038B3980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3CA29B6-978A-4FF2-9F5B-6987B1B7F90E}" type="sibTrans" cxnId="{16C223C7-7FCE-42C6-B2D9-7C19038B3980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E05FEC9-B1C6-4395-86E4-104E14A63D83}">
      <dgm:prSet custT="1"/>
      <dgm:spPr/>
      <dgm:t>
        <a:bodyPr/>
        <a:lstStyle/>
        <a:p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Passport.js for secure authentication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72F4378D-9FC4-445F-A49C-9CBEC5939311}" type="parTrans" cxnId="{248224A8-E1E4-43D3-B23B-25A4C55B0ADD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0D67F6D-2904-438A-AB50-00824BA2ECB9}" type="sibTrans" cxnId="{248224A8-E1E4-43D3-B23B-25A4C55B0ADD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2BF96185-9E4A-4ED9-958D-88112F6D5730}">
      <dgm:prSet custT="1"/>
      <dgm:spPr/>
      <dgm:t>
        <a:bodyPr/>
        <a:lstStyle/>
        <a:p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Axios, QRCode, PDFKit for integrations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0969AAE7-1FBB-4673-919D-74E806DB18B0}" type="parTrans" cxnId="{B4BDA645-F331-4D09-88FC-6C76EC3B94B3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ACDD37D-D005-417A-A290-BEEA5E35462D}" type="sibTrans" cxnId="{B4BDA645-F331-4D09-88FC-6C76EC3B94B3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A89A820-6AB7-4497-AA6A-CAFEE189CBB7}">
      <dgm:prSet custT="1"/>
      <dgm:spPr/>
      <dgm:t>
        <a:bodyPr/>
        <a:lstStyle/>
        <a:p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Responsive HTML/CSS/JavaScript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64F08BFA-720C-4281-AAFE-B9FA78B8078C}" type="parTrans" cxnId="{BB550420-D612-4164-B43E-E2909104C251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3ACDE6BB-4159-47AD-8E05-5DF9BA8C0904}" type="sibTrans" cxnId="{BB550420-D612-4164-B43E-E2909104C251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C8257B4D-FEBF-44A0-8898-BD968B1116D8}">
      <dgm:prSet custT="1"/>
      <dgm:spPr/>
      <dgm:t>
        <a:bodyPr/>
        <a:lstStyle/>
        <a:p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UI/UX prototyped in Figma + Google Stitch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15258414-D8CC-4D41-8EF8-DFECD00D2D4A}" type="parTrans" cxnId="{D7489881-8AB8-4913-90A6-F3E946C2EDEF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08E735D-3D57-478B-86BB-385635DCD1F4}" type="sibTrans" cxnId="{D7489881-8AB8-4913-90A6-F3E946C2EDEF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73F88CF-0513-4C35-BBE6-02C434F29628}">
      <dgm:prSet custT="1"/>
      <dgm:spPr/>
      <dgm:t>
        <a:bodyPr/>
        <a:lstStyle/>
        <a:p>
          <a:r>
            <a:rPr lang="en-US" sz="18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Mobile-first, PWA-ready design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22B92D28-D2CA-4B20-AFC5-2DCD4ED32E0E}" type="parTrans" cxnId="{E7A00644-F2D7-44B0-8178-03B007D6CEE2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77CDF6D-395E-40B3-9A64-5F227B0F9F62}" type="sibTrans" cxnId="{E7A00644-F2D7-44B0-8178-03B007D6CEE2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A2C755C-7A5C-4DA0-B353-5FADED5AF159}">
      <dgm:prSet phldrT="[Text]" phldr="0" custT="1"/>
      <dgm:spPr/>
      <dgm:t>
        <a:bodyPr/>
        <a:lstStyle/>
        <a:p>
          <a:pPr>
            <a:buNone/>
          </a:pPr>
          <a:r>
            <a:rPr lang="en-US" sz="18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 Intelligence: </a:t>
          </a:r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Demographic benchmarking algorithm comparing user data with age, location, and lifestyle averages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24392F14-E084-4E0E-9E96-4E48789FF3C8}" type="parTrans" cxnId="{4CC8F6B9-F4CA-452E-A852-4712ABBB66DB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716F0C0-305D-4AEA-B883-A51AED2E081B}" type="sibTrans" cxnId="{4CC8F6B9-F4CA-452E-A852-4712ABBB66DB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66F44A4-64B7-47BD-BA9E-FC60C10A9853}">
      <dgm:prSet phldrT="[Text]" phldr="0" custT="1"/>
      <dgm:spPr/>
      <dgm:t>
        <a:bodyPr/>
        <a:lstStyle/>
        <a:p>
          <a:pPr>
            <a:buNone/>
          </a:pPr>
          <a:r>
            <a:rPr lang="en-US" sz="18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 Insight Generator: </a:t>
          </a:r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Context-aware recommendation system for personalized sustainability actions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2EAB885A-4624-4AB1-84F7-EB1C8F25FA1C}" type="parTrans" cxnId="{93AE660A-38E0-4156-952D-ED28F5F237C3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462C1D60-AD26-4C03-BCC4-D9F7F7A35FAF}" type="sibTrans" cxnId="{93AE660A-38E0-4156-952D-ED28F5F237C3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01B88FD-4E6E-4DB9-B67A-EE1257ACA128}">
      <dgm:prSet phldrT="[Text]" phldr="0" custT="1"/>
      <dgm:spPr/>
      <dgm:t>
        <a:bodyPr/>
        <a:lstStyle/>
        <a:p>
          <a:pPr>
            <a:buNone/>
          </a:pPr>
          <a:r>
            <a:rPr lang="en-US" sz="18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OpenWeather API: </a:t>
          </a:r>
          <a:r>
            <a:rPr lang="en-US" sz="18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Real-time air quality data powering Airefy location-based recommendations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BFDD12F6-9846-43F2-9929-E7A6E6546DC7}" type="parTrans" cxnId="{5CDA6333-3A93-4699-9ED7-AF690BDE6C8D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58C3BD8F-75BD-4A16-AE56-F9AFBC9D8411}" type="sibTrans" cxnId="{5CDA6333-3A93-4699-9ED7-AF690BDE6C8D}">
      <dgm:prSet/>
      <dgm:spPr/>
      <dgm:t>
        <a:bodyPr/>
        <a:lstStyle/>
        <a:p>
          <a:endParaRPr lang="en-IN" sz="28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9EDC8922-BE26-4E2A-AB85-6605AFE85FC1}" type="pres">
      <dgm:prSet presAssocID="{56F931B1-B764-4432-AFA5-3EA434226E30}" presName="linear" presStyleCnt="0">
        <dgm:presLayoutVars>
          <dgm:dir/>
          <dgm:animLvl val="lvl"/>
          <dgm:resizeHandles val="exact"/>
        </dgm:presLayoutVars>
      </dgm:prSet>
      <dgm:spPr/>
    </dgm:pt>
    <dgm:pt modelId="{DE18DE52-E24A-4EB6-A49A-32F6B7A0AA16}" type="pres">
      <dgm:prSet presAssocID="{BB825D2D-BB34-4319-BA9F-54C418001B6F}" presName="parentLin" presStyleCnt="0"/>
      <dgm:spPr/>
    </dgm:pt>
    <dgm:pt modelId="{03511C9B-BDF3-4C7A-8B6D-3D85ADF7F8D8}" type="pres">
      <dgm:prSet presAssocID="{BB825D2D-BB34-4319-BA9F-54C418001B6F}" presName="parentLeftMargin" presStyleLbl="node1" presStyleIdx="0" presStyleCnt="3"/>
      <dgm:spPr/>
    </dgm:pt>
    <dgm:pt modelId="{98251466-F22B-4FBA-8472-16CC099DF023}" type="pres">
      <dgm:prSet presAssocID="{BB825D2D-BB34-4319-BA9F-54C418001B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99592CF-9765-4344-B3A1-4140C5868B5D}" type="pres">
      <dgm:prSet presAssocID="{BB825D2D-BB34-4319-BA9F-54C418001B6F}" presName="negativeSpace" presStyleCnt="0"/>
      <dgm:spPr/>
    </dgm:pt>
    <dgm:pt modelId="{AB07B651-C8D9-4FAF-8A56-E8B077B92574}" type="pres">
      <dgm:prSet presAssocID="{BB825D2D-BB34-4319-BA9F-54C418001B6F}" presName="childText" presStyleLbl="conFgAcc1" presStyleIdx="0" presStyleCnt="3">
        <dgm:presLayoutVars>
          <dgm:bulletEnabled val="1"/>
        </dgm:presLayoutVars>
      </dgm:prSet>
      <dgm:spPr/>
    </dgm:pt>
    <dgm:pt modelId="{932A313C-F665-419A-A092-8296500EB757}" type="pres">
      <dgm:prSet presAssocID="{A4866E90-14D2-4112-AE35-62D79ED42F05}" presName="spaceBetweenRectangles" presStyleCnt="0"/>
      <dgm:spPr/>
    </dgm:pt>
    <dgm:pt modelId="{0FE00C51-3274-46A4-A34E-4B77D94EBB1B}" type="pres">
      <dgm:prSet presAssocID="{7640DC13-F2CA-4EBD-9EB8-9F23FA8E12A2}" presName="parentLin" presStyleCnt="0"/>
      <dgm:spPr/>
    </dgm:pt>
    <dgm:pt modelId="{0FDBDD14-F73C-446E-80F5-180BAED8E372}" type="pres">
      <dgm:prSet presAssocID="{7640DC13-F2CA-4EBD-9EB8-9F23FA8E12A2}" presName="parentLeftMargin" presStyleLbl="node1" presStyleIdx="0" presStyleCnt="3"/>
      <dgm:spPr/>
    </dgm:pt>
    <dgm:pt modelId="{7F2F80D4-0C98-4CAE-925B-4D7C43E74946}" type="pres">
      <dgm:prSet presAssocID="{7640DC13-F2CA-4EBD-9EB8-9F23FA8E12A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0BBC80-3126-4EA8-8F25-84A6B7003A58}" type="pres">
      <dgm:prSet presAssocID="{7640DC13-F2CA-4EBD-9EB8-9F23FA8E12A2}" presName="negativeSpace" presStyleCnt="0"/>
      <dgm:spPr/>
    </dgm:pt>
    <dgm:pt modelId="{ECC56139-5DAD-4691-9800-FEFAD5FCAA00}" type="pres">
      <dgm:prSet presAssocID="{7640DC13-F2CA-4EBD-9EB8-9F23FA8E12A2}" presName="childText" presStyleLbl="conFgAcc1" presStyleIdx="1" presStyleCnt="3">
        <dgm:presLayoutVars>
          <dgm:bulletEnabled val="1"/>
        </dgm:presLayoutVars>
      </dgm:prSet>
      <dgm:spPr/>
    </dgm:pt>
    <dgm:pt modelId="{AC8A1F73-72F3-448A-AD7A-9ED06B8261EB}" type="pres">
      <dgm:prSet presAssocID="{68EED0EE-0866-4F85-8C40-5E0D24DFA33B}" presName="spaceBetweenRectangles" presStyleCnt="0"/>
      <dgm:spPr/>
    </dgm:pt>
    <dgm:pt modelId="{B3E7EB17-00A7-46FE-A2DA-21035848B564}" type="pres">
      <dgm:prSet presAssocID="{1E2FED33-4575-492A-A8B4-790B4A2B611E}" presName="parentLin" presStyleCnt="0"/>
      <dgm:spPr/>
    </dgm:pt>
    <dgm:pt modelId="{E6F81CD0-63FD-4426-98F5-4BE92E84AA93}" type="pres">
      <dgm:prSet presAssocID="{1E2FED33-4575-492A-A8B4-790B4A2B611E}" presName="parentLeftMargin" presStyleLbl="node1" presStyleIdx="1" presStyleCnt="3"/>
      <dgm:spPr/>
    </dgm:pt>
    <dgm:pt modelId="{659FF871-7FA7-422F-9040-5B13585A8426}" type="pres">
      <dgm:prSet presAssocID="{1E2FED33-4575-492A-A8B4-790B4A2B611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F5B09BB-967A-4A6E-8F5F-D0F4670D929A}" type="pres">
      <dgm:prSet presAssocID="{1E2FED33-4575-492A-A8B4-790B4A2B611E}" presName="negativeSpace" presStyleCnt="0"/>
      <dgm:spPr/>
    </dgm:pt>
    <dgm:pt modelId="{271E8C1E-2B67-4337-A6D5-A441343438B9}" type="pres">
      <dgm:prSet presAssocID="{1E2FED33-4575-492A-A8B4-790B4A2B611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9391200-22AE-46D8-9CC2-6A568F9D070A}" type="presOf" srcId="{C8257B4D-FEBF-44A0-8898-BD968B1116D8}" destId="{ECC56139-5DAD-4691-9800-FEFAD5FCAA00}" srcOrd="0" destOrd="2" presId="urn:microsoft.com/office/officeart/2005/8/layout/list1"/>
    <dgm:cxn modelId="{93AE660A-38E0-4156-952D-ED28F5F237C3}" srcId="{1E2FED33-4575-492A-A8B4-790B4A2B611E}" destId="{F66F44A4-64B7-47BD-BA9E-FC60C10A9853}" srcOrd="3" destOrd="0" parTransId="{2EAB885A-4624-4AB1-84F7-EB1C8F25FA1C}" sibTransId="{462C1D60-AD26-4C03-BCC4-D9F7F7A35FAF}"/>
    <dgm:cxn modelId="{BB550420-D612-4164-B43E-E2909104C251}" srcId="{7640DC13-F2CA-4EBD-9EB8-9F23FA8E12A2}" destId="{AA89A820-6AB7-4497-AA6A-CAFEE189CBB7}" srcOrd="1" destOrd="0" parTransId="{64F08BFA-720C-4281-AAFE-B9FA78B8078C}" sibTransId="{3ACDE6BB-4159-47AD-8E05-5DF9BA8C0904}"/>
    <dgm:cxn modelId="{ED219029-FF6C-438E-A382-E75FEE65ABED}" srcId="{BB825D2D-BB34-4319-BA9F-54C418001B6F}" destId="{38D40C70-15F4-4A34-BA50-A42F23838EDA}" srcOrd="0" destOrd="0" parTransId="{41362087-E88B-417C-9E2D-622BF9C635DC}" sibTransId="{1914CE08-F784-4B47-8FF3-25AADA361A6E}"/>
    <dgm:cxn modelId="{E9D8B030-ECD2-46EE-8F99-CEC2279AC8C2}" type="presOf" srcId="{08569556-FCE5-4059-A0BE-CA3B455A0EB2}" destId="{271E8C1E-2B67-4337-A6D5-A441343438B9}" srcOrd="0" destOrd="0" presId="urn:microsoft.com/office/officeart/2005/8/layout/list1"/>
    <dgm:cxn modelId="{5CDA6333-3A93-4699-9ED7-AF690BDE6C8D}" srcId="{1E2FED33-4575-492A-A8B4-790B4A2B611E}" destId="{101B88FD-4E6E-4DB9-B67A-EE1257ACA128}" srcOrd="4" destOrd="0" parTransId="{BFDD12F6-9846-43F2-9929-E7A6E6546DC7}" sibTransId="{58C3BD8F-75BD-4A16-AE56-F9AFBC9D8411}"/>
    <dgm:cxn modelId="{709B5E36-08B9-4E9E-8712-A0AD3892E444}" srcId="{1E2FED33-4575-492A-A8B4-790B4A2B611E}" destId="{08569556-FCE5-4059-A0BE-CA3B455A0EB2}" srcOrd="0" destOrd="0" parTransId="{9933F387-A37F-4DE4-8BA1-6847DC1A358F}" sibTransId="{D88C9811-387C-4DAE-86A4-DBBA8738FF2B}"/>
    <dgm:cxn modelId="{0AD3AA61-F7BF-4D72-A8F2-42CA2EB382F0}" srcId="{56F931B1-B764-4432-AFA5-3EA434226E30}" destId="{BB825D2D-BB34-4319-BA9F-54C418001B6F}" srcOrd="0" destOrd="0" parTransId="{73E2BFE9-592A-4A7E-AF78-A952325F8335}" sibTransId="{A4866E90-14D2-4112-AE35-62D79ED42F05}"/>
    <dgm:cxn modelId="{8EF9CF41-F587-4766-8FC4-C7D1FB35769F}" srcId="{1E2FED33-4575-492A-A8B4-790B4A2B611E}" destId="{732F1DBF-4689-4549-A7DB-D787F606E114}" srcOrd="1" destOrd="0" parTransId="{186B7004-2122-403F-B987-F50D661ABE6F}" sibTransId="{9780DCA5-D254-4A0F-9BAD-61147E6C1A0D}"/>
    <dgm:cxn modelId="{10A9F041-1C5B-4000-8A39-6153C44EAD79}" type="presOf" srcId="{F66F44A4-64B7-47BD-BA9E-FC60C10A9853}" destId="{271E8C1E-2B67-4337-A6D5-A441343438B9}" srcOrd="0" destOrd="3" presId="urn:microsoft.com/office/officeart/2005/8/layout/list1"/>
    <dgm:cxn modelId="{E7A00644-F2D7-44B0-8178-03B007D6CEE2}" srcId="{7640DC13-F2CA-4EBD-9EB8-9F23FA8E12A2}" destId="{173F88CF-0513-4C35-BBE6-02C434F29628}" srcOrd="3" destOrd="0" parTransId="{22B92D28-D2CA-4B20-AFC5-2DCD4ED32E0E}" sibTransId="{D77CDF6D-395E-40B3-9A64-5F227B0F9F62}"/>
    <dgm:cxn modelId="{B4BDA645-F331-4D09-88FC-6C76EC3B94B3}" srcId="{BB825D2D-BB34-4319-BA9F-54C418001B6F}" destId="{2BF96185-9E4A-4ED9-958D-88112F6D5730}" srcOrd="3" destOrd="0" parTransId="{0969AAE7-1FBB-4673-919D-74E806DB18B0}" sibTransId="{FACDD37D-D005-417A-A290-BEEA5E35462D}"/>
    <dgm:cxn modelId="{37AC1F6C-A4EC-4ABD-A5D9-D6304CC1A178}" type="presOf" srcId="{732F1DBF-4689-4549-A7DB-D787F606E114}" destId="{271E8C1E-2B67-4337-A6D5-A441343438B9}" srcOrd="0" destOrd="1" presId="urn:microsoft.com/office/officeart/2005/8/layout/list1"/>
    <dgm:cxn modelId="{D3F1A050-BBE4-419B-891D-2062467F6E79}" type="presOf" srcId="{0E05FEC9-B1C6-4395-86E4-104E14A63D83}" destId="{AB07B651-C8D9-4FAF-8A56-E8B077B92574}" srcOrd="0" destOrd="2" presId="urn:microsoft.com/office/officeart/2005/8/layout/list1"/>
    <dgm:cxn modelId="{374FAB54-F5F1-43C4-AB3E-A94BC3DBC62F}" type="presOf" srcId="{101B88FD-4E6E-4DB9-B67A-EE1257ACA128}" destId="{271E8C1E-2B67-4337-A6D5-A441343438B9}" srcOrd="0" destOrd="4" presId="urn:microsoft.com/office/officeart/2005/8/layout/list1"/>
    <dgm:cxn modelId="{05224456-024A-485D-B142-97E0481B63B7}" type="presOf" srcId="{173F88CF-0513-4C35-BBE6-02C434F29628}" destId="{ECC56139-5DAD-4691-9800-FEFAD5FCAA00}" srcOrd="0" destOrd="3" presId="urn:microsoft.com/office/officeart/2005/8/layout/list1"/>
    <dgm:cxn modelId="{CF96DD56-3CCA-4B75-A20B-EE36ED13E3B8}" srcId="{56F931B1-B764-4432-AFA5-3EA434226E30}" destId="{7640DC13-F2CA-4EBD-9EB8-9F23FA8E12A2}" srcOrd="1" destOrd="0" parTransId="{5F3C3A6C-8794-4377-A9FA-57257E7AC7EC}" sibTransId="{68EED0EE-0866-4F85-8C40-5E0D24DFA33B}"/>
    <dgm:cxn modelId="{26781B79-465A-4A06-B3FD-2C3BD8588598}" type="presOf" srcId="{38D40C70-15F4-4A34-BA50-A42F23838EDA}" destId="{AB07B651-C8D9-4FAF-8A56-E8B077B92574}" srcOrd="0" destOrd="0" presId="urn:microsoft.com/office/officeart/2005/8/layout/list1"/>
    <dgm:cxn modelId="{D7489881-8AB8-4913-90A6-F3E946C2EDEF}" srcId="{7640DC13-F2CA-4EBD-9EB8-9F23FA8E12A2}" destId="{C8257B4D-FEBF-44A0-8898-BD968B1116D8}" srcOrd="2" destOrd="0" parTransId="{15258414-D8CC-4D41-8EF8-DFECD00D2D4A}" sibTransId="{608E735D-3D57-478B-86BB-385635DCD1F4}"/>
    <dgm:cxn modelId="{CDCFD082-397C-439E-8247-6001BFCB39F2}" type="presOf" srcId="{1A2C755C-7A5C-4DA0-B353-5FADED5AF159}" destId="{271E8C1E-2B67-4337-A6D5-A441343438B9}" srcOrd="0" destOrd="2" presId="urn:microsoft.com/office/officeart/2005/8/layout/list1"/>
    <dgm:cxn modelId="{5BDB428B-4883-4153-BD55-235AE427B859}" type="presOf" srcId="{D7E0BB13-4B20-4CB1-878A-BF95A7E80EC6}" destId="{ECC56139-5DAD-4691-9800-FEFAD5FCAA00}" srcOrd="0" destOrd="0" presId="urn:microsoft.com/office/officeart/2005/8/layout/list1"/>
    <dgm:cxn modelId="{C8FAB590-B2F5-42C8-91BC-C89B9BBBA6C2}" type="presOf" srcId="{BB825D2D-BB34-4319-BA9F-54C418001B6F}" destId="{03511C9B-BDF3-4C7A-8B6D-3D85ADF7F8D8}" srcOrd="0" destOrd="0" presId="urn:microsoft.com/office/officeart/2005/8/layout/list1"/>
    <dgm:cxn modelId="{AC8CCAA2-F09B-45B3-9A98-79A6777366AF}" type="presOf" srcId="{2BF96185-9E4A-4ED9-958D-88112F6D5730}" destId="{AB07B651-C8D9-4FAF-8A56-E8B077B92574}" srcOrd="0" destOrd="3" presId="urn:microsoft.com/office/officeart/2005/8/layout/list1"/>
    <dgm:cxn modelId="{248224A8-E1E4-43D3-B23B-25A4C55B0ADD}" srcId="{BB825D2D-BB34-4319-BA9F-54C418001B6F}" destId="{0E05FEC9-B1C6-4395-86E4-104E14A63D83}" srcOrd="2" destOrd="0" parTransId="{72F4378D-9FC4-445F-A49C-9CBEC5939311}" sibTransId="{00D67F6D-2904-438A-AB50-00824BA2ECB9}"/>
    <dgm:cxn modelId="{02ED3AA9-5B99-4E43-8E70-C3E50A4AC8A4}" srcId="{7640DC13-F2CA-4EBD-9EB8-9F23FA8E12A2}" destId="{D7E0BB13-4B20-4CB1-878A-BF95A7E80EC6}" srcOrd="0" destOrd="0" parTransId="{CDC98662-783B-429F-99BF-42561A566BBE}" sibTransId="{B73E0119-35CD-410E-8A57-972364132D93}"/>
    <dgm:cxn modelId="{2E8A16B1-61F7-4CCB-89F7-E4A32403492D}" type="presOf" srcId="{BB825D2D-BB34-4319-BA9F-54C418001B6F}" destId="{98251466-F22B-4FBA-8472-16CC099DF023}" srcOrd="1" destOrd="0" presId="urn:microsoft.com/office/officeart/2005/8/layout/list1"/>
    <dgm:cxn modelId="{863A88B5-0848-41E3-ABD0-779B7E7692B1}" type="presOf" srcId="{7640DC13-F2CA-4EBD-9EB8-9F23FA8E12A2}" destId="{0FDBDD14-F73C-446E-80F5-180BAED8E372}" srcOrd="0" destOrd="0" presId="urn:microsoft.com/office/officeart/2005/8/layout/list1"/>
    <dgm:cxn modelId="{4CC8F6B9-F4CA-452E-A852-4712ABBB66DB}" srcId="{1E2FED33-4575-492A-A8B4-790B4A2B611E}" destId="{1A2C755C-7A5C-4DA0-B353-5FADED5AF159}" srcOrd="2" destOrd="0" parTransId="{24392F14-E084-4E0E-9E96-4E48789FF3C8}" sibTransId="{0716F0C0-305D-4AEA-B883-A51AED2E081B}"/>
    <dgm:cxn modelId="{7DC3FEC3-FDFC-4646-9C5A-3407F5D691CC}" type="presOf" srcId="{1E2FED33-4575-492A-A8B4-790B4A2B611E}" destId="{659FF871-7FA7-422F-9040-5B13585A8426}" srcOrd="1" destOrd="0" presId="urn:microsoft.com/office/officeart/2005/8/layout/list1"/>
    <dgm:cxn modelId="{16C223C7-7FCE-42C6-B2D9-7C19038B3980}" srcId="{BB825D2D-BB34-4319-BA9F-54C418001B6F}" destId="{6CBF4ED5-5904-4482-BDE7-D974A2D8BC5C}" srcOrd="1" destOrd="0" parTransId="{436535DE-2A3C-4A9C-A7FA-5B04CAC741C9}" sibTransId="{E3CA29B6-978A-4FF2-9F5B-6987B1B7F90E}"/>
    <dgm:cxn modelId="{46408BDF-2C56-49C3-9648-D07298D8DBE0}" type="presOf" srcId="{1E2FED33-4575-492A-A8B4-790B4A2B611E}" destId="{E6F81CD0-63FD-4426-98F5-4BE92E84AA93}" srcOrd="0" destOrd="0" presId="urn:microsoft.com/office/officeart/2005/8/layout/list1"/>
    <dgm:cxn modelId="{2D9B44E3-A85F-43D1-B52B-40ACB302B3C7}" type="presOf" srcId="{6CBF4ED5-5904-4482-BDE7-D974A2D8BC5C}" destId="{AB07B651-C8D9-4FAF-8A56-E8B077B92574}" srcOrd="0" destOrd="1" presId="urn:microsoft.com/office/officeart/2005/8/layout/list1"/>
    <dgm:cxn modelId="{B72C49EA-184D-45B6-AF36-96AF5D15F67C}" type="presOf" srcId="{7640DC13-F2CA-4EBD-9EB8-9F23FA8E12A2}" destId="{7F2F80D4-0C98-4CAE-925B-4D7C43E74946}" srcOrd="1" destOrd="0" presId="urn:microsoft.com/office/officeart/2005/8/layout/list1"/>
    <dgm:cxn modelId="{B49592EB-6D98-4442-8BA5-A7A2E83C892F}" srcId="{56F931B1-B764-4432-AFA5-3EA434226E30}" destId="{1E2FED33-4575-492A-A8B4-790B4A2B611E}" srcOrd="2" destOrd="0" parTransId="{0EDE7FDA-FFDE-4E73-AB02-758BE083B73E}" sibTransId="{6BEE9364-815E-4122-A726-F68E9DC434C5}"/>
    <dgm:cxn modelId="{145A7BED-22C3-4779-B812-C4C26EB1AC04}" type="presOf" srcId="{AA89A820-6AB7-4497-AA6A-CAFEE189CBB7}" destId="{ECC56139-5DAD-4691-9800-FEFAD5FCAA00}" srcOrd="0" destOrd="1" presId="urn:microsoft.com/office/officeart/2005/8/layout/list1"/>
    <dgm:cxn modelId="{5819E3F2-F697-424F-BAA2-F2A19B755E17}" type="presOf" srcId="{56F931B1-B764-4432-AFA5-3EA434226E30}" destId="{9EDC8922-BE26-4E2A-AB85-6605AFE85FC1}" srcOrd="0" destOrd="0" presId="urn:microsoft.com/office/officeart/2005/8/layout/list1"/>
    <dgm:cxn modelId="{9605AEB8-315A-4921-8701-D873892D8F4F}" type="presParOf" srcId="{9EDC8922-BE26-4E2A-AB85-6605AFE85FC1}" destId="{DE18DE52-E24A-4EB6-A49A-32F6B7A0AA16}" srcOrd="0" destOrd="0" presId="urn:microsoft.com/office/officeart/2005/8/layout/list1"/>
    <dgm:cxn modelId="{8E29A0DC-9984-4BE7-BB20-BB30CF23006C}" type="presParOf" srcId="{DE18DE52-E24A-4EB6-A49A-32F6B7A0AA16}" destId="{03511C9B-BDF3-4C7A-8B6D-3D85ADF7F8D8}" srcOrd="0" destOrd="0" presId="urn:microsoft.com/office/officeart/2005/8/layout/list1"/>
    <dgm:cxn modelId="{8B9BF042-43AA-460A-BCFA-8FC2A88A33A9}" type="presParOf" srcId="{DE18DE52-E24A-4EB6-A49A-32F6B7A0AA16}" destId="{98251466-F22B-4FBA-8472-16CC099DF023}" srcOrd="1" destOrd="0" presId="urn:microsoft.com/office/officeart/2005/8/layout/list1"/>
    <dgm:cxn modelId="{CABAC2CD-07CE-4A99-98EA-7391D65F0C0C}" type="presParOf" srcId="{9EDC8922-BE26-4E2A-AB85-6605AFE85FC1}" destId="{499592CF-9765-4344-B3A1-4140C5868B5D}" srcOrd="1" destOrd="0" presId="urn:microsoft.com/office/officeart/2005/8/layout/list1"/>
    <dgm:cxn modelId="{3FACE4F8-4E38-4BC3-A313-A197D6F8DC44}" type="presParOf" srcId="{9EDC8922-BE26-4E2A-AB85-6605AFE85FC1}" destId="{AB07B651-C8D9-4FAF-8A56-E8B077B92574}" srcOrd="2" destOrd="0" presId="urn:microsoft.com/office/officeart/2005/8/layout/list1"/>
    <dgm:cxn modelId="{6292CDD3-1163-4164-8463-F8E55C2FF723}" type="presParOf" srcId="{9EDC8922-BE26-4E2A-AB85-6605AFE85FC1}" destId="{932A313C-F665-419A-A092-8296500EB757}" srcOrd="3" destOrd="0" presId="urn:microsoft.com/office/officeart/2005/8/layout/list1"/>
    <dgm:cxn modelId="{FC2684BB-2360-4C7C-BE89-9890F5E3F0BC}" type="presParOf" srcId="{9EDC8922-BE26-4E2A-AB85-6605AFE85FC1}" destId="{0FE00C51-3274-46A4-A34E-4B77D94EBB1B}" srcOrd="4" destOrd="0" presId="urn:microsoft.com/office/officeart/2005/8/layout/list1"/>
    <dgm:cxn modelId="{238271BB-B599-4433-A710-7EAF2A9B6F8C}" type="presParOf" srcId="{0FE00C51-3274-46A4-A34E-4B77D94EBB1B}" destId="{0FDBDD14-F73C-446E-80F5-180BAED8E372}" srcOrd="0" destOrd="0" presId="urn:microsoft.com/office/officeart/2005/8/layout/list1"/>
    <dgm:cxn modelId="{DE051E86-F212-4642-AF38-8022299BAC74}" type="presParOf" srcId="{0FE00C51-3274-46A4-A34E-4B77D94EBB1B}" destId="{7F2F80D4-0C98-4CAE-925B-4D7C43E74946}" srcOrd="1" destOrd="0" presId="urn:microsoft.com/office/officeart/2005/8/layout/list1"/>
    <dgm:cxn modelId="{C66E51CA-05F8-49C2-9C1E-F14BB12FFCC2}" type="presParOf" srcId="{9EDC8922-BE26-4E2A-AB85-6605AFE85FC1}" destId="{F70BBC80-3126-4EA8-8F25-84A6B7003A58}" srcOrd="5" destOrd="0" presId="urn:microsoft.com/office/officeart/2005/8/layout/list1"/>
    <dgm:cxn modelId="{22FB6B0A-AB94-46DD-88EA-46605236D70D}" type="presParOf" srcId="{9EDC8922-BE26-4E2A-AB85-6605AFE85FC1}" destId="{ECC56139-5DAD-4691-9800-FEFAD5FCAA00}" srcOrd="6" destOrd="0" presId="urn:microsoft.com/office/officeart/2005/8/layout/list1"/>
    <dgm:cxn modelId="{114CB4A7-4D69-46FA-B7BB-23EEC8E8F409}" type="presParOf" srcId="{9EDC8922-BE26-4E2A-AB85-6605AFE85FC1}" destId="{AC8A1F73-72F3-448A-AD7A-9ED06B8261EB}" srcOrd="7" destOrd="0" presId="urn:microsoft.com/office/officeart/2005/8/layout/list1"/>
    <dgm:cxn modelId="{3169082F-5618-4C2D-BD3A-521C9CA28E76}" type="presParOf" srcId="{9EDC8922-BE26-4E2A-AB85-6605AFE85FC1}" destId="{B3E7EB17-00A7-46FE-A2DA-21035848B564}" srcOrd="8" destOrd="0" presId="urn:microsoft.com/office/officeart/2005/8/layout/list1"/>
    <dgm:cxn modelId="{E48BE5A0-E0FC-4B7B-80E3-B0A8331E5C92}" type="presParOf" srcId="{B3E7EB17-00A7-46FE-A2DA-21035848B564}" destId="{E6F81CD0-63FD-4426-98F5-4BE92E84AA93}" srcOrd="0" destOrd="0" presId="urn:microsoft.com/office/officeart/2005/8/layout/list1"/>
    <dgm:cxn modelId="{DEAE86DC-9D40-41D9-91CE-807A032BBCFF}" type="presParOf" srcId="{B3E7EB17-00A7-46FE-A2DA-21035848B564}" destId="{659FF871-7FA7-422F-9040-5B13585A8426}" srcOrd="1" destOrd="0" presId="urn:microsoft.com/office/officeart/2005/8/layout/list1"/>
    <dgm:cxn modelId="{725FD690-9044-4F30-8F59-C0C8FE39BEAA}" type="presParOf" srcId="{9EDC8922-BE26-4E2A-AB85-6605AFE85FC1}" destId="{AF5B09BB-967A-4A6E-8F5F-D0F4670D929A}" srcOrd="9" destOrd="0" presId="urn:microsoft.com/office/officeart/2005/8/layout/list1"/>
    <dgm:cxn modelId="{2411F7F4-376F-449B-B562-25D01EA4B544}" type="presParOf" srcId="{9EDC8922-BE26-4E2A-AB85-6605AFE85FC1}" destId="{271E8C1E-2B67-4337-A6D5-A441343438B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B40374-D8D9-45BA-9FB0-DBF94AC882E1}" type="doc">
      <dgm:prSet loTypeId="urn:microsoft.com/office/officeart/2005/8/layout/cycle8" loCatId="cycle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EBC8FCFD-88BC-4898-925C-3B5D3166C6A3}">
      <dgm:prSet phldrT="[Text]" custT="1"/>
      <dgm:spPr/>
      <dgm:t>
        <a:bodyPr/>
        <a:lstStyle/>
        <a:p>
          <a:pPr algn="ctr">
            <a:buNone/>
          </a:pPr>
          <a:r>
            <a:rPr lang="en-US" sz="2000" b="1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CO₂ Calculator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CC480AE7-1E78-4D7D-952A-7AED525CE8DF}" type="parTrans" cxnId="{FDB09433-1E72-449F-ACD2-EBC9DE02DA15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920C07A-9822-4981-9ABA-34751272ED91}" type="sibTrans" cxnId="{FDB09433-1E72-449F-ACD2-EBC9DE02DA15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ACD3D20-DF77-4DC1-BC1A-ED51A5DD723C}">
      <dgm:prSet phldrT="[Text]" custT="1"/>
      <dgm:spPr/>
      <dgm:t>
        <a:bodyPr/>
        <a:lstStyle/>
        <a:p>
          <a:pPr algn="ctr">
            <a:buNone/>
          </a:pPr>
          <a:r>
            <a:rPr lang="en-US" sz="20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Travel, Energy &amp; Diet modules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9ACC93B3-38BF-4DA2-9CEF-39119A67F0B5}" type="parTrans" cxnId="{4DE089EA-8EAB-4BD9-972D-0A4C442C14AE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45DB75DF-0A09-476E-B6B5-81B8C18297AD}" type="sibTrans" cxnId="{4DE089EA-8EAB-4BD9-972D-0A4C442C14AE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9A62617-43B0-4AA1-BBD7-D95275B7BD97}">
      <dgm:prSet phldrT="[Text]" custT="1"/>
      <dgm:spPr/>
      <dgm:t>
        <a:bodyPr/>
        <a:lstStyle/>
        <a:p>
          <a:pPr algn="ctr">
            <a:buNone/>
          </a:pPr>
          <a:r>
            <a:rPr lang="en-US" sz="2000" b="1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Tracking Dashboard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729C1579-114A-43BB-A36E-8B869032E28D}" type="parTrans" cxnId="{7E407E12-A420-4CFB-AAA9-C24953A35C05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4D7B14E-2072-420E-9372-AA0645A120ED}" type="sibTrans" cxnId="{7E407E12-A420-4CFB-AAA9-C24953A35C05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5A38D7D-F4AB-4C4E-8AC5-3F19706C35D3}">
      <dgm:prSet phldrT="[Text]" custT="1"/>
      <dgm:spPr/>
      <dgm:t>
        <a:bodyPr/>
        <a:lstStyle/>
        <a:p>
          <a:pPr algn="ctr">
            <a:buNone/>
          </a:pPr>
          <a:r>
            <a:rPr lang="en-US" sz="20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Charts, trends &amp; analytics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04B61EB-F12D-4D3B-AED7-CEB4C37D4B8C}" type="parTrans" cxnId="{8BD6C061-64EB-45AB-BA67-C2F8285DB665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4C48E4C7-53BC-4939-90DB-FACA87AD111D}" type="sibTrans" cxnId="{8BD6C061-64EB-45AB-BA67-C2F8285DB665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2EC47AA7-B835-4C8F-A9E4-62CD80CFF17F}">
      <dgm:prSet phldrT="[Text]" custT="1"/>
      <dgm:spPr/>
      <dgm:t>
        <a:bodyPr/>
        <a:lstStyle/>
        <a:p>
          <a:pPr algn="ctr">
            <a:buNone/>
          </a:pPr>
          <a:r>
            <a:rPr lang="en-US" sz="2000" b="1" dirty="0" err="1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4F37036C-3EF7-4CD2-A2FA-7A7E9CF281DB}" type="parTrans" cxnId="{827CA0BA-44E4-44EC-BE0A-DC7AEE7F39C8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D4C9DF2-800B-46CE-9E3E-983B5CE04DFB}" type="sibTrans" cxnId="{827CA0BA-44E4-44EC-BE0A-DC7AEE7F39C8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25BD9A5-A311-4DF8-8BC1-03C6E6031983}">
      <dgm:prSet custT="1"/>
      <dgm:spPr/>
      <dgm:t>
        <a:bodyPr/>
        <a:lstStyle/>
        <a:p>
          <a:pPr algn="ctr">
            <a:buNone/>
          </a:pPr>
          <a:r>
            <a:rPr lang="en-US" sz="2000" b="1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C938D61-41E2-445F-9E92-1BB8142EF401}" type="parTrans" cxnId="{EEBD7AF3-6A03-4A6A-8B69-1773F743240F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C45F7306-10B5-4220-B295-6CB5A27F69A7}" type="sibTrans" cxnId="{EEBD7AF3-6A03-4A6A-8B69-1773F743240F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28645EC-C6E9-4D59-891F-95C0D575E290}">
      <dgm:prSet custT="1"/>
      <dgm:spPr/>
      <dgm:t>
        <a:bodyPr/>
        <a:lstStyle/>
        <a:p>
          <a:pPr algn="ctr">
            <a:buNone/>
          </a:pPr>
          <a:r>
            <a:rPr lang="en-US" sz="2000" b="1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Community Hub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B871022-382E-44BD-94F2-48EB52228B0B}" type="parTrans" cxnId="{17893242-DF0D-41AB-903B-08AAD562E479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94993847-D4EA-46E7-AD0C-1D90C49A9C17}" type="sibTrans" cxnId="{17893242-DF0D-41AB-903B-08AAD562E479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5AF32939-3DAD-4C24-B649-01D9DF7E012D}">
      <dgm:prSet custT="1"/>
      <dgm:spPr/>
      <dgm:t>
        <a:bodyPr/>
        <a:lstStyle/>
        <a:p>
          <a:pPr algn="ctr"/>
          <a:r>
            <a:rPr lang="en-US" sz="2400" b="1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Airefy</a:t>
          </a:r>
          <a:endParaRPr lang="en-US" sz="24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3AF07A89-FAA1-4A1B-8970-73F148EAA1DF}" type="parTrans" cxnId="{3B441B7F-5E23-4C6F-8156-5731EF1839D9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83D8D9D3-3B22-4B74-B538-3D98DA087B86}" type="sibTrans" cxnId="{3B441B7F-5E23-4C6F-8156-5731EF1839D9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A9062E9-3001-4A99-9973-EE582ECB5489}">
      <dgm:prSet custT="1"/>
      <dgm:spPr/>
      <dgm:t>
        <a:bodyPr/>
        <a:lstStyle/>
        <a:p>
          <a:pPr algn="ctr">
            <a:buNone/>
          </a:pPr>
          <a:r>
            <a:rPr lang="en-US" sz="20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 quality intelligence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55DFEC3-D62C-43EA-A6B8-905602675140}" type="parTrans" cxnId="{1A3844F1-3DD8-4F91-905A-07E69E5A066E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260BAAC-FFF1-4D2A-80B8-1EB2C6AB5BEB}" type="sibTrans" cxnId="{1A3844F1-3DD8-4F91-905A-07E69E5A066E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8FC4341-7C85-4544-AE4C-AD80877335A6}">
      <dgm:prSet custT="1"/>
      <dgm:spPr/>
      <dgm:t>
        <a:bodyPr/>
        <a:lstStyle/>
        <a:p>
          <a:pPr algn="ctr">
            <a:buNone/>
          </a:pPr>
          <a:r>
            <a:rPr lang="en-US" sz="20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Badges, streaks &amp; leaderboard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0715617-029D-4E11-B972-BB14F272EE2E}" type="parTrans" cxnId="{9F99789B-1A72-41C3-B25D-BB7C5A66159E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5147CD7-6A54-4572-AF6A-3CFAC34D0EB2}" type="sibTrans" cxnId="{9F99789B-1A72-41C3-B25D-BB7C5A66159E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ED489ED-8E4B-4892-AEA7-40ABDE7263D7}">
      <dgm:prSet custT="1"/>
      <dgm:spPr/>
      <dgm:t>
        <a:bodyPr/>
        <a:lstStyle/>
        <a:p>
          <a:pPr algn="ctr">
            <a:buNone/>
          </a:pPr>
          <a:r>
            <a:rPr lang="en-US" sz="195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QR sharing &amp; marketplace</a:t>
          </a:r>
          <a:endParaRPr lang="en-IN" sz="195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0E61F5B-9E9A-4F33-8203-61D61BAA9F32}" type="parTrans" cxnId="{FACB12EA-CB47-4D66-973E-FCE740C7206B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5BB031FA-BF1F-45F5-B90C-889CC2C10582}" type="sibTrans" cxnId="{FACB12EA-CB47-4D66-973E-FCE740C7206B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A625119-7CF1-47A6-8B3B-BE6FC3D2E2F4}">
      <dgm:prSet phldrT="[Text]" custT="1"/>
      <dgm:spPr/>
      <dgm:t>
        <a:bodyPr/>
        <a:lstStyle/>
        <a:p>
          <a:pPr algn="ctr">
            <a:buNone/>
          </a:pPr>
          <a:r>
            <a:rPr lang="en-US" sz="20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Demographic bench-marking</a:t>
          </a:r>
          <a:endParaRPr lang="en-IN" sz="2000" dirty="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E8C089B-A9EC-4E0E-8D28-C1E00082121D}" type="parTrans" cxnId="{9FEF6E49-9312-4CAB-A69A-0B10288C5B8A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A61B7AD-C1B2-4DD9-8FC6-798E95B00E0E}" type="sibTrans" cxnId="{9FEF6E49-9312-4CAB-A69A-0B10288C5B8A}">
      <dgm:prSet/>
      <dgm:spPr/>
      <dgm:t>
        <a:bodyPr/>
        <a:lstStyle/>
        <a:p>
          <a:pPr algn="ctr"/>
          <a:endParaRPr lang="en-IN" sz="40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509B8549-E546-4ED6-8F23-63752C8CF720}" type="pres">
      <dgm:prSet presAssocID="{7AB40374-D8D9-45BA-9FB0-DBF94AC882E1}" presName="compositeShape" presStyleCnt="0">
        <dgm:presLayoutVars>
          <dgm:chMax val="7"/>
          <dgm:dir/>
          <dgm:resizeHandles val="exact"/>
        </dgm:presLayoutVars>
      </dgm:prSet>
      <dgm:spPr/>
    </dgm:pt>
    <dgm:pt modelId="{4224FF28-6749-4F3A-ABDA-74C4EDFDA5C0}" type="pres">
      <dgm:prSet presAssocID="{7AB40374-D8D9-45BA-9FB0-DBF94AC882E1}" presName="wedge1" presStyleLbl="node1" presStyleIdx="0" presStyleCnt="6"/>
      <dgm:spPr/>
    </dgm:pt>
    <dgm:pt modelId="{5CEA537B-2254-4392-B9B7-2D3B627B4048}" type="pres">
      <dgm:prSet presAssocID="{7AB40374-D8D9-45BA-9FB0-DBF94AC882E1}" presName="dummy1a" presStyleCnt="0"/>
      <dgm:spPr/>
    </dgm:pt>
    <dgm:pt modelId="{609F9825-BCA0-4B06-B055-505777254805}" type="pres">
      <dgm:prSet presAssocID="{7AB40374-D8D9-45BA-9FB0-DBF94AC882E1}" presName="dummy1b" presStyleCnt="0"/>
      <dgm:spPr/>
    </dgm:pt>
    <dgm:pt modelId="{EEA88BE1-ED6B-459E-8C23-B0145D154B43}" type="pres">
      <dgm:prSet presAssocID="{7AB40374-D8D9-45BA-9FB0-DBF94AC882E1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FBE49191-D6AC-4189-B958-28AA3BB93065}" type="pres">
      <dgm:prSet presAssocID="{7AB40374-D8D9-45BA-9FB0-DBF94AC882E1}" presName="wedge2" presStyleLbl="node1" presStyleIdx="1" presStyleCnt="6"/>
      <dgm:spPr/>
    </dgm:pt>
    <dgm:pt modelId="{90623B82-B205-4E11-81E5-17BD747022A5}" type="pres">
      <dgm:prSet presAssocID="{7AB40374-D8D9-45BA-9FB0-DBF94AC882E1}" presName="dummy2a" presStyleCnt="0"/>
      <dgm:spPr/>
    </dgm:pt>
    <dgm:pt modelId="{4227CCD0-487F-4623-9ED8-C65726B15DB4}" type="pres">
      <dgm:prSet presAssocID="{7AB40374-D8D9-45BA-9FB0-DBF94AC882E1}" presName="dummy2b" presStyleCnt="0"/>
      <dgm:spPr/>
    </dgm:pt>
    <dgm:pt modelId="{5381C523-FC53-43BD-9329-3C23C44DFCB9}" type="pres">
      <dgm:prSet presAssocID="{7AB40374-D8D9-45BA-9FB0-DBF94AC882E1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017B5884-DA04-4478-A278-1DB3679BCDCA}" type="pres">
      <dgm:prSet presAssocID="{7AB40374-D8D9-45BA-9FB0-DBF94AC882E1}" presName="wedge3" presStyleLbl="node1" presStyleIdx="2" presStyleCnt="6"/>
      <dgm:spPr/>
    </dgm:pt>
    <dgm:pt modelId="{E8A37647-4802-4BFE-8D80-2258E6A29250}" type="pres">
      <dgm:prSet presAssocID="{7AB40374-D8D9-45BA-9FB0-DBF94AC882E1}" presName="dummy3a" presStyleCnt="0"/>
      <dgm:spPr/>
    </dgm:pt>
    <dgm:pt modelId="{F525EFE5-4A5D-4396-A164-BC8110A51C67}" type="pres">
      <dgm:prSet presAssocID="{7AB40374-D8D9-45BA-9FB0-DBF94AC882E1}" presName="dummy3b" presStyleCnt="0"/>
      <dgm:spPr/>
    </dgm:pt>
    <dgm:pt modelId="{25C7485C-184D-46B2-A795-738E3EF754B8}" type="pres">
      <dgm:prSet presAssocID="{7AB40374-D8D9-45BA-9FB0-DBF94AC882E1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694DE95-07C9-4BD7-B534-FAC79039220F}" type="pres">
      <dgm:prSet presAssocID="{7AB40374-D8D9-45BA-9FB0-DBF94AC882E1}" presName="wedge4" presStyleLbl="node1" presStyleIdx="3" presStyleCnt="6"/>
      <dgm:spPr/>
    </dgm:pt>
    <dgm:pt modelId="{BB4843FF-21E3-4BB6-8AA3-A6285BBEE7F9}" type="pres">
      <dgm:prSet presAssocID="{7AB40374-D8D9-45BA-9FB0-DBF94AC882E1}" presName="dummy4a" presStyleCnt="0"/>
      <dgm:spPr/>
    </dgm:pt>
    <dgm:pt modelId="{4D896E8C-9CBF-4EE6-8283-C30430ACD1A7}" type="pres">
      <dgm:prSet presAssocID="{7AB40374-D8D9-45BA-9FB0-DBF94AC882E1}" presName="dummy4b" presStyleCnt="0"/>
      <dgm:spPr/>
    </dgm:pt>
    <dgm:pt modelId="{35FF8B52-1C56-40B0-B432-16330A2EE9F9}" type="pres">
      <dgm:prSet presAssocID="{7AB40374-D8D9-45BA-9FB0-DBF94AC882E1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132DFE16-EAB4-434A-A015-E36ED568993D}" type="pres">
      <dgm:prSet presAssocID="{7AB40374-D8D9-45BA-9FB0-DBF94AC882E1}" presName="wedge5" presStyleLbl="node1" presStyleIdx="4" presStyleCnt="6"/>
      <dgm:spPr/>
    </dgm:pt>
    <dgm:pt modelId="{9E4807D9-6C44-41A7-BE83-EF0A6033E6D7}" type="pres">
      <dgm:prSet presAssocID="{7AB40374-D8D9-45BA-9FB0-DBF94AC882E1}" presName="dummy5a" presStyleCnt="0"/>
      <dgm:spPr/>
    </dgm:pt>
    <dgm:pt modelId="{F9AD6C72-F22E-4857-8512-4528A1D60A9F}" type="pres">
      <dgm:prSet presAssocID="{7AB40374-D8D9-45BA-9FB0-DBF94AC882E1}" presName="dummy5b" presStyleCnt="0"/>
      <dgm:spPr/>
    </dgm:pt>
    <dgm:pt modelId="{93CDD260-753B-4758-8737-203144888393}" type="pres">
      <dgm:prSet presAssocID="{7AB40374-D8D9-45BA-9FB0-DBF94AC882E1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70E8B0E-3056-404D-8298-47F027FD93C6}" type="pres">
      <dgm:prSet presAssocID="{7AB40374-D8D9-45BA-9FB0-DBF94AC882E1}" presName="wedge6" presStyleLbl="node1" presStyleIdx="5" presStyleCnt="6"/>
      <dgm:spPr/>
    </dgm:pt>
    <dgm:pt modelId="{A7F2B005-6F72-4889-95D7-2BDF539293CD}" type="pres">
      <dgm:prSet presAssocID="{7AB40374-D8D9-45BA-9FB0-DBF94AC882E1}" presName="dummy6a" presStyleCnt="0"/>
      <dgm:spPr/>
    </dgm:pt>
    <dgm:pt modelId="{6B8CC0E6-79A0-47C5-A0EA-21119E79FCCC}" type="pres">
      <dgm:prSet presAssocID="{7AB40374-D8D9-45BA-9FB0-DBF94AC882E1}" presName="dummy6b" presStyleCnt="0"/>
      <dgm:spPr/>
    </dgm:pt>
    <dgm:pt modelId="{23941BF5-DE93-4202-92B0-60658AD42CAB}" type="pres">
      <dgm:prSet presAssocID="{7AB40374-D8D9-45BA-9FB0-DBF94AC882E1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B89CA6C9-BDC6-426C-90D7-D0A7CBA3667C}" type="pres">
      <dgm:prSet presAssocID="{B920C07A-9822-4981-9ABA-34751272ED91}" presName="arrowWedge1" presStyleLbl="fgSibTrans2D1" presStyleIdx="0" presStyleCnt="6"/>
      <dgm:spPr/>
    </dgm:pt>
    <dgm:pt modelId="{E0DFF32F-57D2-47CE-8DB0-78C631A791CC}" type="pres">
      <dgm:prSet presAssocID="{A4D7B14E-2072-420E-9372-AA0645A120ED}" presName="arrowWedge2" presStyleLbl="fgSibTrans2D1" presStyleIdx="1" presStyleCnt="6"/>
      <dgm:spPr/>
    </dgm:pt>
    <dgm:pt modelId="{C7D824E9-5659-4F61-BE86-1FC07276C593}" type="pres">
      <dgm:prSet presAssocID="{FD4C9DF2-800B-46CE-9E3E-983B5CE04DFB}" presName="arrowWedge3" presStyleLbl="fgSibTrans2D1" presStyleIdx="2" presStyleCnt="6"/>
      <dgm:spPr/>
    </dgm:pt>
    <dgm:pt modelId="{FE9B04D9-81EF-49CF-9679-BB9ECBEFB2C3}" type="pres">
      <dgm:prSet presAssocID="{83D8D9D3-3B22-4B74-B538-3D98DA087B86}" presName="arrowWedge4" presStyleLbl="fgSibTrans2D1" presStyleIdx="3" presStyleCnt="6"/>
      <dgm:spPr/>
    </dgm:pt>
    <dgm:pt modelId="{3D213CDF-7EE1-4FCF-B76A-B0CDF9A5E6ED}" type="pres">
      <dgm:prSet presAssocID="{C45F7306-10B5-4220-B295-6CB5A27F69A7}" presName="arrowWedge5" presStyleLbl="fgSibTrans2D1" presStyleIdx="4" presStyleCnt="6"/>
      <dgm:spPr/>
    </dgm:pt>
    <dgm:pt modelId="{61779426-3EE6-434A-BDEA-FC23DA33F34F}" type="pres">
      <dgm:prSet presAssocID="{94993847-D4EA-46E7-AD0C-1D90C49A9C17}" presName="arrowWedge6" presStyleLbl="fgSibTrans2D1" presStyleIdx="5" presStyleCnt="6"/>
      <dgm:spPr/>
    </dgm:pt>
  </dgm:ptLst>
  <dgm:cxnLst>
    <dgm:cxn modelId="{2AACA605-4D15-4D8A-B9E9-C1BAB6A4FFC1}" type="presOf" srcId="{EBC8FCFD-88BC-4898-925C-3B5D3166C6A3}" destId="{EEA88BE1-ED6B-459E-8C23-B0145D154B43}" srcOrd="1" destOrd="0" presId="urn:microsoft.com/office/officeart/2005/8/layout/cycle8"/>
    <dgm:cxn modelId="{7E407E12-A420-4CFB-AAA9-C24953A35C05}" srcId="{7AB40374-D8D9-45BA-9FB0-DBF94AC882E1}" destId="{D9A62617-43B0-4AA1-BBD7-D95275B7BD97}" srcOrd="1" destOrd="0" parTransId="{729C1579-114A-43BB-A36E-8B869032E28D}" sibTransId="{A4D7B14E-2072-420E-9372-AA0645A120ED}"/>
    <dgm:cxn modelId="{20F5221E-19D9-4BF7-82F0-F6BEB9E31E9A}" type="presOf" srcId="{5AF32939-3DAD-4C24-B649-01D9DF7E012D}" destId="{9694DE95-07C9-4BD7-B534-FAC79039220F}" srcOrd="0" destOrd="0" presId="urn:microsoft.com/office/officeart/2005/8/layout/cycle8"/>
    <dgm:cxn modelId="{FDB09433-1E72-449F-ACD2-EBC9DE02DA15}" srcId="{7AB40374-D8D9-45BA-9FB0-DBF94AC882E1}" destId="{EBC8FCFD-88BC-4898-925C-3B5D3166C6A3}" srcOrd="0" destOrd="0" parTransId="{CC480AE7-1E78-4D7D-952A-7AED525CE8DF}" sibTransId="{B920C07A-9822-4981-9ABA-34751272ED91}"/>
    <dgm:cxn modelId="{F1B91E37-B16C-4369-9EC4-2109B5CC4739}" type="presOf" srcId="{E25BD9A5-A311-4DF8-8BC1-03C6E6031983}" destId="{93CDD260-753B-4758-8737-203144888393}" srcOrd="1" destOrd="0" presId="urn:microsoft.com/office/officeart/2005/8/layout/cycle8"/>
    <dgm:cxn modelId="{CF4A035E-BBE2-486F-9293-27EAE25A3F05}" type="presOf" srcId="{BA625119-7CF1-47A6-8B3B-BE6FC3D2E2F4}" destId="{017B5884-DA04-4478-A278-1DB3679BCDCA}" srcOrd="0" destOrd="1" presId="urn:microsoft.com/office/officeart/2005/8/layout/cycle8"/>
    <dgm:cxn modelId="{F9880760-1C20-4D2D-87C9-DBBD591C2D37}" type="presOf" srcId="{F8FC4341-7C85-4544-AE4C-AD80877335A6}" destId="{93CDD260-753B-4758-8737-203144888393}" srcOrd="1" destOrd="1" presId="urn:microsoft.com/office/officeart/2005/8/layout/cycle8"/>
    <dgm:cxn modelId="{8BD6C061-64EB-45AB-BA67-C2F8285DB665}" srcId="{D9A62617-43B0-4AA1-BBD7-D95275B7BD97}" destId="{15A38D7D-F4AB-4C4E-8AC5-3F19706C35D3}" srcOrd="0" destOrd="0" parTransId="{104B61EB-F12D-4D3B-AED7-CEB4C37D4B8C}" sibTransId="{4C48E4C7-53BC-4939-90DB-FACA87AD111D}"/>
    <dgm:cxn modelId="{17893242-DF0D-41AB-903B-08AAD562E479}" srcId="{7AB40374-D8D9-45BA-9FB0-DBF94AC882E1}" destId="{628645EC-C6E9-4D59-891F-95C0D575E290}" srcOrd="5" destOrd="0" parTransId="{DB871022-382E-44BD-94F2-48EB52228B0B}" sibTransId="{94993847-D4EA-46E7-AD0C-1D90C49A9C17}"/>
    <dgm:cxn modelId="{9FEF6E49-9312-4CAB-A69A-0B10288C5B8A}" srcId="{2EC47AA7-B835-4C8F-A9E4-62CD80CFF17F}" destId="{BA625119-7CF1-47A6-8B3B-BE6FC3D2E2F4}" srcOrd="0" destOrd="0" parTransId="{AE8C089B-A9EC-4E0E-8D28-C1E00082121D}" sibTransId="{DA61B7AD-C1B2-4DD9-8FC6-798E95B00E0E}"/>
    <dgm:cxn modelId="{130E536A-4398-4E08-8368-1E0BAFF37B67}" type="presOf" srcId="{BA625119-7CF1-47A6-8B3B-BE6FC3D2E2F4}" destId="{25C7485C-184D-46B2-A795-738E3EF754B8}" srcOrd="1" destOrd="1" presId="urn:microsoft.com/office/officeart/2005/8/layout/cycle8"/>
    <dgm:cxn modelId="{D92E924A-54A8-458C-ABEB-6CA0EB98DAFA}" type="presOf" srcId="{7AB40374-D8D9-45BA-9FB0-DBF94AC882E1}" destId="{509B8549-E546-4ED6-8F23-63752C8CF720}" srcOrd="0" destOrd="0" presId="urn:microsoft.com/office/officeart/2005/8/layout/cycle8"/>
    <dgm:cxn modelId="{88F4844B-8488-458A-8518-684EF897E629}" type="presOf" srcId="{15A38D7D-F4AB-4C4E-8AC5-3F19706C35D3}" destId="{5381C523-FC53-43BD-9329-3C23C44DFCB9}" srcOrd="1" destOrd="1" presId="urn:microsoft.com/office/officeart/2005/8/layout/cycle8"/>
    <dgm:cxn modelId="{45EF1E6C-E25E-40A9-A09F-01A45B469E1F}" type="presOf" srcId="{FED489ED-8E4B-4892-AEA7-40ABDE7263D7}" destId="{D70E8B0E-3056-404D-8298-47F027FD93C6}" srcOrd="0" destOrd="1" presId="urn:microsoft.com/office/officeart/2005/8/layout/cycle8"/>
    <dgm:cxn modelId="{3346D96C-C8F3-4304-A3C3-52FB0712636B}" type="presOf" srcId="{D9A62617-43B0-4AA1-BBD7-D95275B7BD97}" destId="{FBE49191-D6AC-4189-B958-28AA3BB93065}" srcOrd="0" destOrd="0" presId="urn:microsoft.com/office/officeart/2005/8/layout/cycle8"/>
    <dgm:cxn modelId="{9AD4FE70-3BD6-4D85-8FC3-E2C033FF5C50}" type="presOf" srcId="{6ACD3D20-DF77-4DC1-BC1A-ED51A5DD723C}" destId="{4224FF28-6749-4F3A-ABDA-74C4EDFDA5C0}" srcOrd="0" destOrd="1" presId="urn:microsoft.com/office/officeart/2005/8/layout/cycle8"/>
    <dgm:cxn modelId="{3E8EBA72-6F68-4281-A10E-F956B7E3F6FF}" type="presOf" srcId="{628645EC-C6E9-4D59-891F-95C0D575E290}" destId="{23941BF5-DE93-4202-92B0-60658AD42CAB}" srcOrd="1" destOrd="0" presId="urn:microsoft.com/office/officeart/2005/8/layout/cycle8"/>
    <dgm:cxn modelId="{05A0A757-82D9-445C-9BD6-26F36DF4EAB6}" type="presOf" srcId="{FED489ED-8E4B-4892-AEA7-40ABDE7263D7}" destId="{23941BF5-DE93-4202-92B0-60658AD42CAB}" srcOrd="1" destOrd="1" presId="urn:microsoft.com/office/officeart/2005/8/layout/cycle8"/>
    <dgm:cxn modelId="{1D5C0979-1CEF-4E5D-8803-869DC7D5A200}" type="presOf" srcId="{15A38D7D-F4AB-4C4E-8AC5-3F19706C35D3}" destId="{FBE49191-D6AC-4189-B958-28AA3BB93065}" srcOrd="0" destOrd="1" presId="urn:microsoft.com/office/officeart/2005/8/layout/cycle8"/>
    <dgm:cxn modelId="{3B441B7F-5E23-4C6F-8156-5731EF1839D9}" srcId="{7AB40374-D8D9-45BA-9FB0-DBF94AC882E1}" destId="{5AF32939-3DAD-4C24-B649-01D9DF7E012D}" srcOrd="3" destOrd="0" parTransId="{3AF07A89-FAA1-4A1B-8970-73F148EAA1DF}" sibTransId="{83D8D9D3-3B22-4B74-B538-3D98DA087B86}"/>
    <dgm:cxn modelId="{8F335295-353A-4585-B52F-5E50EBB1F6C6}" type="presOf" srcId="{F8FC4341-7C85-4544-AE4C-AD80877335A6}" destId="{132DFE16-EAB4-434A-A015-E36ED568993D}" srcOrd="0" destOrd="1" presId="urn:microsoft.com/office/officeart/2005/8/layout/cycle8"/>
    <dgm:cxn modelId="{9F99789B-1A72-41C3-B25D-BB7C5A66159E}" srcId="{E25BD9A5-A311-4DF8-8BC1-03C6E6031983}" destId="{F8FC4341-7C85-4544-AE4C-AD80877335A6}" srcOrd="0" destOrd="0" parTransId="{10715617-029D-4E11-B972-BB14F272EE2E}" sibTransId="{F5147CD7-6A54-4572-AF6A-3CFAC34D0EB2}"/>
    <dgm:cxn modelId="{16A2819D-85E2-4F74-BC90-027EE63B4BC0}" type="presOf" srcId="{2EC47AA7-B835-4C8F-A9E4-62CD80CFF17F}" destId="{017B5884-DA04-4478-A278-1DB3679BCDCA}" srcOrd="0" destOrd="0" presId="urn:microsoft.com/office/officeart/2005/8/layout/cycle8"/>
    <dgm:cxn modelId="{8B4150A9-97E3-4075-98DB-514D50C5C11C}" type="presOf" srcId="{628645EC-C6E9-4D59-891F-95C0D575E290}" destId="{D70E8B0E-3056-404D-8298-47F027FD93C6}" srcOrd="0" destOrd="0" presId="urn:microsoft.com/office/officeart/2005/8/layout/cycle8"/>
    <dgm:cxn modelId="{C572EEA9-C269-4990-B1BA-4146EE74DF89}" type="presOf" srcId="{D9A62617-43B0-4AA1-BBD7-D95275B7BD97}" destId="{5381C523-FC53-43BD-9329-3C23C44DFCB9}" srcOrd="1" destOrd="0" presId="urn:microsoft.com/office/officeart/2005/8/layout/cycle8"/>
    <dgm:cxn modelId="{466244B5-CDB3-4E02-BFE7-F18DCC9026F8}" type="presOf" srcId="{E25BD9A5-A311-4DF8-8BC1-03C6E6031983}" destId="{132DFE16-EAB4-434A-A015-E36ED568993D}" srcOrd="0" destOrd="0" presId="urn:microsoft.com/office/officeart/2005/8/layout/cycle8"/>
    <dgm:cxn modelId="{827CA0BA-44E4-44EC-BE0A-DC7AEE7F39C8}" srcId="{7AB40374-D8D9-45BA-9FB0-DBF94AC882E1}" destId="{2EC47AA7-B835-4C8F-A9E4-62CD80CFF17F}" srcOrd="2" destOrd="0" parTransId="{4F37036C-3EF7-4CD2-A2FA-7A7E9CF281DB}" sibTransId="{FD4C9DF2-800B-46CE-9E3E-983B5CE04DFB}"/>
    <dgm:cxn modelId="{3BFD64BF-6793-446B-A2B1-BAE031E32C69}" type="presOf" srcId="{6A9062E9-3001-4A99-9973-EE582ECB5489}" destId="{9694DE95-07C9-4BD7-B534-FAC79039220F}" srcOrd="0" destOrd="1" presId="urn:microsoft.com/office/officeart/2005/8/layout/cycle8"/>
    <dgm:cxn modelId="{11ACB6C3-37D9-4899-85B1-1F76729629D0}" type="presOf" srcId="{5AF32939-3DAD-4C24-B649-01D9DF7E012D}" destId="{35FF8B52-1C56-40B0-B432-16330A2EE9F9}" srcOrd="1" destOrd="0" presId="urn:microsoft.com/office/officeart/2005/8/layout/cycle8"/>
    <dgm:cxn modelId="{37EA91DF-BD53-46FF-B08F-C9DA7812600B}" type="presOf" srcId="{6A9062E9-3001-4A99-9973-EE582ECB5489}" destId="{35FF8B52-1C56-40B0-B432-16330A2EE9F9}" srcOrd="1" destOrd="1" presId="urn:microsoft.com/office/officeart/2005/8/layout/cycle8"/>
    <dgm:cxn modelId="{FACB12EA-CB47-4D66-973E-FCE740C7206B}" srcId="{628645EC-C6E9-4D59-891F-95C0D575E290}" destId="{FED489ED-8E4B-4892-AEA7-40ABDE7263D7}" srcOrd="0" destOrd="0" parTransId="{A0E61F5B-9E9A-4F33-8203-61D61BAA9F32}" sibTransId="{5BB031FA-BF1F-45F5-B90C-889CC2C10582}"/>
    <dgm:cxn modelId="{4DE089EA-8EAB-4BD9-972D-0A4C442C14AE}" srcId="{EBC8FCFD-88BC-4898-925C-3B5D3166C6A3}" destId="{6ACD3D20-DF77-4DC1-BC1A-ED51A5DD723C}" srcOrd="0" destOrd="0" parTransId="{9ACC93B3-38BF-4DA2-9CEF-39119A67F0B5}" sibTransId="{45DB75DF-0A09-476E-B6B5-81B8C18297AD}"/>
    <dgm:cxn modelId="{1A3844F1-3DD8-4F91-905A-07E69E5A066E}" srcId="{5AF32939-3DAD-4C24-B649-01D9DF7E012D}" destId="{6A9062E9-3001-4A99-9973-EE582ECB5489}" srcOrd="0" destOrd="0" parTransId="{B55DFEC3-D62C-43EA-A6B8-905602675140}" sibTransId="{E260BAAC-FFF1-4D2A-80B8-1EB2C6AB5BEB}"/>
    <dgm:cxn modelId="{EEBD7AF3-6A03-4A6A-8B69-1773F743240F}" srcId="{7AB40374-D8D9-45BA-9FB0-DBF94AC882E1}" destId="{E25BD9A5-A311-4DF8-8BC1-03C6E6031983}" srcOrd="4" destOrd="0" parTransId="{EC938D61-41E2-445F-9E92-1BB8142EF401}" sibTransId="{C45F7306-10B5-4220-B295-6CB5A27F69A7}"/>
    <dgm:cxn modelId="{77775DF5-84C3-49CC-B8C0-E0D25A45909E}" type="presOf" srcId="{EBC8FCFD-88BC-4898-925C-3B5D3166C6A3}" destId="{4224FF28-6749-4F3A-ABDA-74C4EDFDA5C0}" srcOrd="0" destOrd="0" presId="urn:microsoft.com/office/officeart/2005/8/layout/cycle8"/>
    <dgm:cxn modelId="{EFC214F9-E518-425F-BDC3-24F6CA4C11C4}" type="presOf" srcId="{2EC47AA7-B835-4C8F-A9E4-62CD80CFF17F}" destId="{25C7485C-184D-46B2-A795-738E3EF754B8}" srcOrd="1" destOrd="0" presId="urn:microsoft.com/office/officeart/2005/8/layout/cycle8"/>
    <dgm:cxn modelId="{60B29DFB-5B36-47C2-8AEC-FB4A51C035E2}" type="presOf" srcId="{6ACD3D20-DF77-4DC1-BC1A-ED51A5DD723C}" destId="{EEA88BE1-ED6B-459E-8C23-B0145D154B43}" srcOrd="1" destOrd="1" presId="urn:microsoft.com/office/officeart/2005/8/layout/cycle8"/>
    <dgm:cxn modelId="{8D5C4644-3849-4FF3-B753-5F54A4530D62}" type="presParOf" srcId="{509B8549-E546-4ED6-8F23-63752C8CF720}" destId="{4224FF28-6749-4F3A-ABDA-74C4EDFDA5C0}" srcOrd="0" destOrd="0" presId="urn:microsoft.com/office/officeart/2005/8/layout/cycle8"/>
    <dgm:cxn modelId="{C9395DD5-B33A-4ECF-A542-9EAB1A21F5B5}" type="presParOf" srcId="{509B8549-E546-4ED6-8F23-63752C8CF720}" destId="{5CEA537B-2254-4392-B9B7-2D3B627B4048}" srcOrd="1" destOrd="0" presId="urn:microsoft.com/office/officeart/2005/8/layout/cycle8"/>
    <dgm:cxn modelId="{6F90EE57-DEBC-4C5A-A35E-038089B16AD5}" type="presParOf" srcId="{509B8549-E546-4ED6-8F23-63752C8CF720}" destId="{609F9825-BCA0-4B06-B055-505777254805}" srcOrd="2" destOrd="0" presId="urn:microsoft.com/office/officeart/2005/8/layout/cycle8"/>
    <dgm:cxn modelId="{6A258FDD-DAA7-4DE7-9B29-0A98AC2399F7}" type="presParOf" srcId="{509B8549-E546-4ED6-8F23-63752C8CF720}" destId="{EEA88BE1-ED6B-459E-8C23-B0145D154B43}" srcOrd="3" destOrd="0" presId="urn:microsoft.com/office/officeart/2005/8/layout/cycle8"/>
    <dgm:cxn modelId="{3D8A965C-AB72-4A84-AD38-F91FDEAF7CD1}" type="presParOf" srcId="{509B8549-E546-4ED6-8F23-63752C8CF720}" destId="{FBE49191-D6AC-4189-B958-28AA3BB93065}" srcOrd="4" destOrd="0" presId="urn:microsoft.com/office/officeart/2005/8/layout/cycle8"/>
    <dgm:cxn modelId="{DB67E7A5-A705-476C-82FA-CFC70CB91A73}" type="presParOf" srcId="{509B8549-E546-4ED6-8F23-63752C8CF720}" destId="{90623B82-B205-4E11-81E5-17BD747022A5}" srcOrd="5" destOrd="0" presId="urn:microsoft.com/office/officeart/2005/8/layout/cycle8"/>
    <dgm:cxn modelId="{E6734438-C66C-42B0-A538-0205EB08A867}" type="presParOf" srcId="{509B8549-E546-4ED6-8F23-63752C8CF720}" destId="{4227CCD0-487F-4623-9ED8-C65726B15DB4}" srcOrd="6" destOrd="0" presId="urn:microsoft.com/office/officeart/2005/8/layout/cycle8"/>
    <dgm:cxn modelId="{2F4DD76F-816F-4DE6-A4B5-DD06339755CA}" type="presParOf" srcId="{509B8549-E546-4ED6-8F23-63752C8CF720}" destId="{5381C523-FC53-43BD-9329-3C23C44DFCB9}" srcOrd="7" destOrd="0" presId="urn:microsoft.com/office/officeart/2005/8/layout/cycle8"/>
    <dgm:cxn modelId="{EBDA179D-4840-4C8D-9094-46E0C0EE6E70}" type="presParOf" srcId="{509B8549-E546-4ED6-8F23-63752C8CF720}" destId="{017B5884-DA04-4478-A278-1DB3679BCDCA}" srcOrd="8" destOrd="0" presId="urn:microsoft.com/office/officeart/2005/8/layout/cycle8"/>
    <dgm:cxn modelId="{3BA1B8CF-FD85-4C7E-9CE4-75DB6A49F86E}" type="presParOf" srcId="{509B8549-E546-4ED6-8F23-63752C8CF720}" destId="{E8A37647-4802-4BFE-8D80-2258E6A29250}" srcOrd="9" destOrd="0" presId="urn:microsoft.com/office/officeart/2005/8/layout/cycle8"/>
    <dgm:cxn modelId="{7CCBE863-B465-4341-9017-FE190D216C31}" type="presParOf" srcId="{509B8549-E546-4ED6-8F23-63752C8CF720}" destId="{F525EFE5-4A5D-4396-A164-BC8110A51C67}" srcOrd="10" destOrd="0" presId="urn:microsoft.com/office/officeart/2005/8/layout/cycle8"/>
    <dgm:cxn modelId="{05E8DFB8-36BF-4426-A41B-92AE382E6082}" type="presParOf" srcId="{509B8549-E546-4ED6-8F23-63752C8CF720}" destId="{25C7485C-184D-46B2-A795-738E3EF754B8}" srcOrd="11" destOrd="0" presId="urn:microsoft.com/office/officeart/2005/8/layout/cycle8"/>
    <dgm:cxn modelId="{3B1E5349-F4FC-4818-A2AB-61971E0F9F74}" type="presParOf" srcId="{509B8549-E546-4ED6-8F23-63752C8CF720}" destId="{9694DE95-07C9-4BD7-B534-FAC79039220F}" srcOrd="12" destOrd="0" presId="urn:microsoft.com/office/officeart/2005/8/layout/cycle8"/>
    <dgm:cxn modelId="{0076F76F-5C6E-4266-A51E-E652E682DBD0}" type="presParOf" srcId="{509B8549-E546-4ED6-8F23-63752C8CF720}" destId="{BB4843FF-21E3-4BB6-8AA3-A6285BBEE7F9}" srcOrd="13" destOrd="0" presId="urn:microsoft.com/office/officeart/2005/8/layout/cycle8"/>
    <dgm:cxn modelId="{64063EAA-D541-4101-B865-0D6FC060F667}" type="presParOf" srcId="{509B8549-E546-4ED6-8F23-63752C8CF720}" destId="{4D896E8C-9CBF-4EE6-8283-C30430ACD1A7}" srcOrd="14" destOrd="0" presId="urn:microsoft.com/office/officeart/2005/8/layout/cycle8"/>
    <dgm:cxn modelId="{56A0C0A3-40B7-4A54-BCE5-BBB20A045804}" type="presParOf" srcId="{509B8549-E546-4ED6-8F23-63752C8CF720}" destId="{35FF8B52-1C56-40B0-B432-16330A2EE9F9}" srcOrd="15" destOrd="0" presId="urn:microsoft.com/office/officeart/2005/8/layout/cycle8"/>
    <dgm:cxn modelId="{5611BCAC-8930-4F4D-AE9A-CAEDEE25E160}" type="presParOf" srcId="{509B8549-E546-4ED6-8F23-63752C8CF720}" destId="{132DFE16-EAB4-434A-A015-E36ED568993D}" srcOrd="16" destOrd="0" presId="urn:microsoft.com/office/officeart/2005/8/layout/cycle8"/>
    <dgm:cxn modelId="{1D5489A7-E104-41B1-916F-7EB8A038595E}" type="presParOf" srcId="{509B8549-E546-4ED6-8F23-63752C8CF720}" destId="{9E4807D9-6C44-41A7-BE83-EF0A6033E6D7}" srcOrd="17" destOrd="0" presId="urn:microsoft.com/office/officeart/2005/8/layout/cycle8"/>
    <dgm:cxn modelId="{A0DD677E-6B34-4718-8EA9-CF7560EE1E18}" type="presParOf" srcId="{509B8549-E546-4ED6-8F23-63752C8CF720}" destId="{F9AD6C72-F22E-4857-8512-4528A1D60A9F}" srcOrd="18" destOrd="0" presId="urn:microsoft.com/office/officeart/2005/8/layout/cycle8"/>
    <dgm:cxn modelId="{EE1B642A-66CA-4676-9BC1-C6FEEDB7C626}" type="presParOf" srcId="{509B8549-E546-4ED6-8F23-63752C8CF720}" destId="{93CDD260-753B-4758-8737-203144888393}" srcOrd="19" destOrd="0" presId="urn:microsoft.com/office/officeart/2005/8/layout/cycle8"/>
    <dgm:cxn modelId="{EFF4B917-B502-4F33-A545-72CC608BC83A}" type="presParOf" srcId="{509B8549-E546-4ED6-8F23-63752C8CF720}" destId="{D70E8B0E-3056-404D-8298-47F027FD93C6}" srcOrd="20" destOrd="0" presId="urn:microsoft.com/office/officeart/2005/8/layout/cycle8"/>
    <dgm:cxn modelId="{D9BEBDD9-A4D6-4148-8615-8B2F6548F050}" type="presParOf" srcId="{509B8549-E546-4ED6-8F23-63752C8CF720}" destId="{A7F2B005-6F72-4889-95D7-2BDF539293CD}" srcOrd="21" destOrd="0" presId="urn:microsoft.com/office/officeart/2005/8/layout/cycle8"/>
    <dgm:cxn modelId="{275A41FC-8D44-45F6-A2CA-EFAF60446825}" type="presParOf" srcId="{509B8549-E546-4ED6-8F23-63752C8CF720}" destId="{6B8CC0E6-79A0-47C5-A0EA-21119E79FCCC}" srcOrd="22" destOrd="0" presId="urn:microsoft.com/office/officeart/2005/8/layout/cycle8"/>
    <dgm:cxn modelId="{40CE78F6-3613-4C13-97D5-7E1B295B304D}" type="presParOf" srcId="{509B8549-E546-4ED6-8F23-63752C8CF720}" destId="{23941BF5-DE93-4202-92B0-60658AD42CAB}" srcOrd="23" destOrd="0" presId="urn:microsoft.com/office/officeart/2005/8/layout/cycle8"/>
    <dgm:cxn modelId="{14C3E9D0-8565-434A-B5DB-B7F1A0A3705E}" type="presParOf" srcId="{509B8549-E546-4ED6-8F23-63752C8CF720}" destId="{B89CA6C9-BDC6-426C-90D7-D0A7CBA3667C}" srcOrd="24" destOrd="0" presId="urn:microsoft.com/office/officeart/2005/8/layout/cycle8"/>
    <dgm:cxn modelId="{D7EA484B-9308-4BA0-8023-B178731A9BF7}" type="presParOf" srcId="{509B8549-E546-4ED6-8F23-63752C8CF720}" destId="{E0DFF32F-57D2-47CE-8DB0-78C631A791CC}" srcOrd="25" destOrd="0" presId="urn:microsoft.com/office/officeart/2005/8/layout/cycle8"/>
    <dgm:cxn modelId="{C4AC05F3-A7AF-4DF0-8B74-FCC67513E241}" type="presParOf" srcId="{509B8549-E546-4ED6-8F23-63752C8CF720}" destId="{C7D824E9-5659-4F61-BE86-1FC07276C593}" srcOrd="26" destOrd="0" presId="urn:microsoft.com/office/officeart/2005/8/layout/cycle8"/>
    <dgm:cxn modelId="{24EA25D3-568C-4942-8BA2-98EA146EF30F}" type="presParOf" srcId="{509B8549-E546-4ED6-8F23-63752C8CF720}" destId="{FE9B04D9-81EF-49CF-9679-BB9ECBEFB2C3}" srcOrd="27" destOrd="0" presId="urn:microsoft.com/office/officeart/2005/8/layout/cycle8"/>
    <dgm:cxn modelId="{6AF8B573-53F9-4B52-BB73-D15E229D57E9}" type="presParOf" srcId="{509B8549-E546-4ED6-8F23-63752C8CF720}" destId="{3D213CDF-7EE1-4FCF-B76A-B0CDF9A5E6ED}" srcOrd="28" destOrd="0" presId="urn:microsoft.com/office/officeart/2005/8/layout/cycle8"/>
    <dgm:cxn modelId="{CFDB0DA8-801E-428F-9C6A-9BDC68C043E5}" type="presParOf" srcId="{509B8549-E546-4ED6-8F23-63752C8CF720}" destId="{61779426-3EE6-434A-BDEA-FC23DA33F34F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43A595-80D2-4E42-A450-A4A8D372FCA8}" type="doc">
      <dgm:prSet loTypeId="urn:microsoft.com/office/officeart/2005/8/layout/pyramid2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IN"/>
        </a:p>
      </dgm:t>
    </dgm:pt>
    <dgm:pt modelId="{A49A0F7B-E04B-4967-B37C-D09B608347DB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FFF6D9"/>
        </a:solidFill>
      </dgm:spPr>
      <dgm:t>
        <a:bodyPr/>
        <a:lstStyle/>
        <a:p>
          <a:pPr algn="l">
            <a:buNone/>
          </a:pPr>
          <a:r>
            <a:rPr lang="en-US" sz="240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Holistic Approach</a:t>
          </a:r>
        </a:p>
        <a:p>
          <a:pPr algn="l">
            <a:buNone/>
          </a:pPr>
          <a:r>
            <a:rPr lang="en-US" sz="18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Beyond simple calculators — we integrate measurement, benchmarking, insights, and community</a:t>
          </a:r>
          <a:endParaRPr lang="en-IN" sz="2400" dirty="0">
            <a:latin typeface="Gill Sans MT" panose="020B0502020104020203" pitchFamily="34" charset="0"/>
          </a:endParaRPr>
        </a:p>
      </dgm:t>
    </dgm:pt>
    <dgm:pt modelId="{0244B2CF-8A76-420E-AFD0-F7454188E07D}" type="parTrans" cxnId="{43442B7D-FF65-44A8-A0ED-3AC235E5F71C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9B38C722-6A56-4661-8074-CC1FE3B142FE}" type="sibTrans" cxnId="{43442B7D-FF65-44A8-A0ED-3AC235E5F71C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C41C2C7C-9F97-4000-A579-AE4688305631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FFF6D9"/>
        </a:solidFill>
      </dgm:spPr>
      <dgm:t>
        <a:bodyPr/>
        <a:lstStyle/>
        <a:p>
          <a:pPr algn="l">
            <a:buNone/>
          </a:pPr>
          <a:r>
            <a:rPr lang="en-US" sz="240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Behavior Science</a:t>
          </a:r>
          <a:endParaRPr lang="en-IN" sz="2400" dirty="0">
            <a:latin typeface="Gill Sans MT" panose="020B0502020104020203" pitchFamily="34" charset="0"/>
          </a:endParaRPr>
        </a:p>
      </dgm:t>
    </dgm:pt>
    <dgm:pt modelId="{B5693B72-FD56-4CBD-BEFE-D7DC56B6C45F}" type="parTrans" cxnId="{D14FCFC4-D599-4E95-A691-B3A3EAAB1AF0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3EB9C37-592D-401E-A576-AA2CAA42CD67}" type="sibTrans" cxnId="{D14FCFC4-D599-4E95-A691-B3A3EAAB1AF0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753C87E5-351C-4DBF-A4B0-314B65027E05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FFF6D9"/>
        </a:solidFill>
      </dgm:spPr>
      <dgm:t>
        <a:bodyPr/>
        <a:lstStyle/>
        <a:p>
          <a:pPr algn="l">
            <a:buNone/>
          </a:pPr>
          <a:r>
            <a:rPr lang="en-US" sz="18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 and habit-building tools proven to sustain long-term behavioral change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8A0BFCF2-B780-4435-8161-4488D346502C}" type="parTrans" cxnId="{C36E9829-0F17-4062-B2FD-0190979EC44D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C4E94C31-B160-4029-87AD-DE182CBBFD17}" type="sibTrans" cxnId="{C36E9829-0F17-4062-B2FD-0190979EC44D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4BB7A949-66FD-4932-A808-10517390D324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FFF6D9"/>
        </a:solidFill>
      </dgm:spPr>
      <dgm:t>
        <a:bodyPr/>
        <a:lstStyle/>
        <a:p>
          <a:pPr>
            <a:buNone/>
          </a:pPr>
          <a:r>
            <a:rPr lang="en-US" sz="240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Local Intelligence</a:t>
          </a:r>
          <a:endParaRPr lang="en-IN" sz="2400" dirty="0">
            <a:latin typeface="Gill Sans MT" panose="020B0502020104020203" pitchFamily="34" charset="0"/>
          </a:endParaRPr>
        </a:p>
      </dgm:t>
    </dgm:pt>
    <dgm:pt modelId="{20E781DD-7035-4F95-B30E-99AD9DB3C769}" type="parTrans" cxnId="{289815A0-DF47-4348-B973-244838A8A184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8A6CDC9-8FA4-450D-A9A1-46FBF38C8960}" type="sibTrans" cxnId="{289815A0-DF47-4348-B973-244838A8A184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74B0AED-B957-42F7-BE01-295CD5D70071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FFF6D9"/>
        </a:solidFill>
      </dgm:spPr>
      <dgm:t>
        <a:bodyPr/>
        <a:lstStyle/>
        <a:p>
          <a:pPr>
            <a:buNone/>
          </a:pPr>
          <a:r>
            <a:rPr lang="en-US" sz="1800" dirty="0" err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Airefy</a:t>
          </a:r>
          <a:r>
            <a:rPr lang="en-US" sz="18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provides context-aware recommendations based on real-time air quality data</a:t>
          </a:r>
          <a:endParaRPr lang="en-IN" sz="1800" dirty="0">
            <a:latin typeface="Gill Sans MT" panose="020B0502020104020203" pitchFamily="34" charset="0"/>
          </a:endParaRPr>
        </a:p>
      </dgm:t>
    </dgm:pt>
    <dgm:pt modelId="{DB56FA39-BFD1-4DE4-83D8-4E6FC0A9BF44}" type="parTrans" cxnId="{A075A5D2-91BA-43D3-88FC-2F1AC16DB8F5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94AA8E5-B6B1-4B90-8C6D-033FDE969DB8}" type="sibTrans" cxnId="{A075A5D2-91BA-43D3-88FC-2F1AC16DB8F5}">
      <dgm:prSet/>
      <dgm:spPr/>
      <dgm:t>
        <a:bodyPr/>
        <a:lstStyle/>
        <a:p>
          <a:endParaRPr lang="en-IN" sz="32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2777C59D-0646-4769-850E-4767B1AE5056}" type="pres">
      <dgm:prSet presAssocID="{A943A595-80D2-4E42-A450-A4A8D372FCA8}" presName="compositeShape" presStyleCnt="0">
        <dgm:presLayoutVars>
          <dgm:dir/>
          <dgm:resizeHandles/>
        </dgm:presLayoutVars>
      </dgm:prSet>
      <dgm:spPr/>
    </dgm:pt>
    <dgm:pt modelId="{421C364D-FA84-404B-930A-4F1FD17E3BD7}" type="pres">
      <dgm:prSet presAssocID="{A943A595-80D2-4E42-A450-A4A8D372FCA8}" presName="pyramid" presStyleLbl="node1" presStyleIdx="0" presStyleCn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6">
                <a:lumMod val="67000"/>
              </a:schemeClr>
            </a:gs>
            <a:gs pos="48000">
              <a:schemeClr val="accent6">
                <a:lumMod val="97000"/>
                <a:lumOff val="3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</dgm:pt>
    <dgm:pt modelId="{6EB0D1C7-752D-4C0A-9762-02E102B45CF3}" type="pres">
      <dgm:prSet presAssocID="{A943A595-80D2-4E42-A450-A4A8D372FCA8}" presName="theList" presStyleCnt="0"/>
      <dgm:spPr/>
    </dgm:pt>
    <dgm:pt modelId="{9BACD979-A1D9-4D74-90B0-BDAF57B70F32}" type="pres">
      <dgm:prSet presAssocID="{A49A0F7B-E04B-4967-B37C-D09B608347DB}" presName="aNode" presStyleLbl="fgAcc1" presStyleIdx="0" presStyleCnt="3" custScaleY="113568">
        <dgm:presLayoutVars>
          <dgm:bulletEnabled val="1"/>
        </dgm:presLayoutVars>
      </dgm:prSet>
      <dgm:spPr/>
    </dgm:pt>
    <dgm:pt modelId="{B3D85426-E280-4F55-A348-B043354D3E87}" type="pres">
      <dgm:prSet presAssocID="{A49A0F7B-E04B-4967-B37C-D09B608347DB}" presName="aSpace" presStyleCnt="0"/>
      <dgm:spPr/>
    </dgm:pt>
    <dgm:pt modelId="{909EA804-2940-419D-B7CB-6F3E976C5AE2}" type="pres">
      <dgm:prSet presAssocID="{C41C2C7C-9F97-4000-A579-AE4688305631}" presName="aNode" presStyleLbl="fgAcc1" presStyleIdx="1" presStyleCnt="3">
        <dgm:presLayoutVars>
          <dgm:bulletEnabled val="1"/>
        </dgm:presLayoutVars>
      </dgm:prSet>
      <dgm:spPr/>
    </dgm:pt>
    <dgm:pt modelId="{68EA77FC-BEB7-49DF-988E-37FEF0347FC5}" type="pres">
      <dgm:prSet presAssocID="{C41C2C7C-9F97-4000-A579-AE4688305631}" presName="aSpace" presStyleCnt="0"/>
      <dgm:spPr/>
    </dgm:pt>
    <dgm:pt modelId="{72FD0E5C-9A8A-4B14-8A18-EFB3231A6EDE}" type="pres">
      <dgm:prSet presAssocID="{4BB7A949-66FD-4932-A808-10517390D324}" presName="aNode" presStyleLbl="fgAcc1" presStyleIdx="2" presStyleCnt="3">
        <dgm:presLayoutVars>
          <dgm:bulletEnabled val="1"/>
        </dgm:presLayoutVars>
      </dgm:prSet>
      <dgm:spPr/>
    </dgm:pt>
    <dgm:pt modelId="{043B0A5B-A955-4052-875C-88FD42F7D1E6}" type="pres">
      <dgm:prSet presAssocID="{4BB7A949-66FD-4932-A808-10517390D324}" presName="aSpace" presStyleCnt="0"/>
      <dgm:spPr/>
    </dgm:pt>
  </dgm:ptLst>
  <dgm:cxnLst>
    <dgm:cxn modelId="{D359D106-DE86-4AF7-892A-AF87CF3AE353}" type="presOf" srcId="{4BB7A949-66FD-4932-A808-10517390D324}" destId="{72FD0E5C-9A8A-4B14-8A18-EFB3231A6EDE}" srcOrd="0" destOrd="0" presId="urn:microsoft.com/office/officeart/2005/8/layout/pyramid2"/>
    <dgm:cxn modelId="{1A8BA925-E59B-4B96-8D35-540C6D6CCBED}" type="presOf" srcId="{C41C2C7C-9F97-4000-A579-AE4688305631}" destId="{909EA804-2940-419D-B7CB-6F3E976C5AE2}" srcOrd="0" destOrd="0" presId="urn:microsoft.com/office/officeart/2005/8/layout/pyramid2"/>
    <dgm:cxn modelId="{52A6FC27-4702-4897-8887-7383EE0C72F6}" type="presOf" srcId="{753C87E5-351C-4DBF-A4B0-314B65027E05}" destId="{909EA804-2940-419D-B7CB-6F3E976C5AE2}" srcOrd="0" destOrd="1" presId="urn:microsoft.com/office/officeart/2005/8/layout/pyramid2"/>
    <dgm:cxn modelId="{C36E9829-0F17-4062-B2FD-0190979EC44D}" srcId="{C41C2C7C-9F97-4000-A579-AE4688305631}" destId="{753C87E5-351C-4DBF-A4B0-314B65027E05}" srcOrd="0" destOrd="0" parTransId="{8A0BFCF2-B780-4435-8161-4488D346502C}" sibTransId="{C4E94C31-B160-4029-87AD-DE182CBBFD17}"/>
    <dgm:cxn modelId="{B5ACE570-AC60-4D26-9C19-A3D82E00D7F5}" type="presOf" srcId="{B74B0AED-B957-42F7-BE01-295CD5D70071}" destId="{72FD0E5C-9A8A-4B14-8A18-EFB3231A6EDE}" srcOrd="0" destOrd="1" presId="urn:microsoft.com/office/officeart/2005/8/layout/pyramid2"/>
    <dgm:cxn modelId="{43442B7D-FF65-44A8-A0ED-3AC235E5F71C}" srcId="{A943A595-80D2-4E42-A450-A4A8D372FCA8}" destId="{A49A0F7B-E04B-4967-B37C-D09B608347DB}" srcOrd="0" destOrd="0" parTransId="{0244B2CF-8A76-420E-AFD0-F7454188E07D}" sibTransId="{9B38C722-6A56-4661-8074-CC1FE3B142FE}"/>
    <dgm:cxn modelId="{289815A0-DF47-4348-B973-244838A8A184}" srcId="{A943A595-80D2-4E42-A450-A4A8D372FCA8}" destId="{4BB7A949-66FD-4932-A808-10517390D324}" srcOrd="2" destOrd="0" parTransId="{20E781DD-7035-4F95-B30E-99AD9DB3C769}" sibTransId="{B8A6CDC9-8FA4-450D-A9A1-46FBF38C8960}"/>
    <dgm:cxn modelId="{D14FCFC4-D599-4E95-A691-B3A3EAAB1AF0}" srcId="{A943A595-80D2-4E42-A450-A4A8D372FCA8}" destId="{C41C2C7C-9F97-4000-A579-AE4688305631}" srcOrd="1" destOrd="0" parTransId="{B5693B72-FD56-4CBD-BEFE-D7DC56B6C45F}" sibTransId="{E3EB9C37-592D-401E-A576-AA2CAA42CD67}"/>
    <dgm:cxn modelId="{A075A5D2-91BA-43D3-88FC-2F1AC16DB8F5}" srcId="{4BB7A949-66FD-4932-A808-10517390D324}" destId="{B74B0AED-B957-42F7-BE01-295CD5D70071}" srcOrd="0" destOrd="0" parTransId="{DB56FA39-BFD1-4DE4-83D8-4E6FC0A9BF44}" sibTransId="{A94AA8E5-B6B1-4B90-8C6D-033FDE969DB8}"/>
    <dgm:cxn modelId="{CFA02EFB-9176-4BA7-96F0-895F10B9F70D}" type="presOf" srcId="{A943A595-80D2-4E42-A450-A4A8D372FCA8}" destId="{2777C59D-0646-4769-850E-4767B1AE5056}" srcOrd="0" destOrd="0" presId="urn:microsoft.com/office/officeart/2005/8/layout/pyramid2"/>
    <dgm:cxn modelId="{45FB47FF-917E-43D9-B047-DDD1001273EB}" type="presOf" srcId="{A49A0F7B-E04B-4967-B37C-D09B608347DB}" destId="{9BACD979-A1D9-4D74-90B0-BDAF57B70F32}" srcOrd="0" destOrd="0" presId="urn:microsoft.com/office/officeart/2005/8/layout/pyramid2"/>
    <dgm:cxn modelId="{9C7EA87E-D794-4B23-AC15-C42A751664AD}" type="presParOf" srcId="{2777C59D-0646-4769-850E-4767B1AE5056}" destId="{421C364D-FA84-404B-930A-4F1FD17E3BD7}" srcOrd="0" destOrd="0" presId="urn:microsoft.com/office/officeart/2005/8/layout/pyramid2"/>
    <dgm:cxn modelId="{96FB93D6-C121-487E-9D7C-2AFE3633F164}" type="presParOf" srcId="{2777C59D-0646-4769-850E-4767B1AE5056}" destId="{6EB0D1C7-752D-4C0A-9762-02E102B45CF3}" srcOrd="1" destOrd="0" presId="urn:microsoft.com/office/officeart/2005/8/layout/pyramid2"/>
    <dgm:cxn modelId="{A9C1E1C2-5E83-4856-8ECF-2947C711E374}" type="presParOf" srcId="{6EB0D1C7-752D-4C0A-9762-02E102B45CF3}" destId="{9BACD979-A1D9-4D74-90B0-BDAF57B70F32}" srcOrd="0" destOrd="0" presId="urn:microsoft.com/office/officeart/2005/8/layout/pyramid2"/>
    <dgm:cxn modelId="{E8B6CC7D-34CF-4388-8A54-AF2BEF3AB3AE}" type="presParOf" srcId="{6EB0D1C7-752D-4C0A-9762-02E102B45CF3}" destId="{B3D85426-E280-4F55-A348-B043354D3E87}" srcOrd="1" destOrd="0" presId="urn:microsoft.com/office/officeart/2005/8/layout/pyramid2"/>
    <dgm:cxn modelId="{F5BE4554-C3F8-49AC-8C5B-79DAA66D4CDB}" type="presParOf" srcId="{6EB0D1C7-752D-4C0A-9762-02E102B45CF3}" destId="{909EA804-2940-419D-B7CB-6F3E976C5AE2}" srcOrd="2" destOrd="0" presId="urn:microsoft.com/office/officeart/2005/8/layout/pyramid2"/>
    <dgm:cxn modelId="{F2C4E216-B98D-4EA0-AE02-7CF848E107B3}" type="presParOf" srcId="{6EB0D1C7-752D-4C0A-9762-02E102B45CF3}" destId="{68EA77FC-BEB7-49DF-988E-37FEF0347FC5}" srcOrd="3" destOrd="0" presId="urn:microsoft.com/office/officeart/2005/8/layout/pyramid2"/>
    <dgm:cxn modelId="{833792D0-2A2F-4DB7-9560-D9090163F8DA}" type="presParOf" srcId="{6EB0D1C7-752D-4C0A-9762-02E102B45CF3}" destId="{72FD0E5C-9A8A-4B14-8A18-EFB3231A6EDE}" srcOrd="4" destOrd="0" presId="urn:microsoft.com/office/officeart/2005/8/layout/pyramid2"/>
    <dgm:cxn modelId="{01EE78A9-2229-4421-9574-541C1E6B8E2F}" type="presParOf" srcId="{6EB0D1C7-752D-4C0A-9762-02E102B45CF3}" destId="{043B0A5B-A955-4052-875C-88FD42F7D1E6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170B98-CEDF-42E9-97E4-14B319CDB2B3}" type="doc">
      <dgm:prSet loTypeId="urn:microsoft.com/office/officeart/2005/8/layout/hProcess4" loCatId="process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99D0C6F-AEB8-4A2A-9B6D-802B64C9A2F2}">
      <dgm:prSet phldrT="[Text]" custT="1"/>
      <dgm:spPr/>
      <dgm:t>
        <a:bodyPr/>
        <a:lstStyle/>
        <a:p>
          <a:r>
            <a:rPr lang="en-US" sz="155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Comprehensive CO₂ Calculator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97440DC6-15A3-471D-9C1C-B3B9A191A7F3}" type="parTrans" cxnId="{C4EA3A66-FED3-41F4-8CF2-BC0EFE9DB08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5F4DDD8-634C-4AD4-AB40-FFCB5DA02E11}" type="sibTrans" cxnId="{C4EA3A66-FED3-41F4-8CF2-BC0EFE9DB08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27124E6-A3A9-4530-8BC3-6D740AE6A2A8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155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Multi-category tracking (travel, energy, diet, lifestyle)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5EF6C42E-C220-4FD0-9ABC-64D09322B065}" type="parTrans" cxnId="{AE4DF155-ADD6-431B-A902-86801F9B038B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2CEB5B27-6486-4719-B85F-51B629D6B595}" type="sibTrans" cxnId="{AE4DF155-ADD6-431B-A902-86801F9B038B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A15E4A0-AE0A-4372-8C49-68BC99CD6671}">
      <dgm:prSet phldrT="[Text]" custT="1"/>
      <dgm:spPr/>
      <dgm:t>
        <a:bodyPr/>
        <a:lstStyle/>
        <a:p>
          <a:r>
            <a:rPr lang="en-US" sz="1550" b="1" dirty="0" err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r>
            <a:rPr lang="en-US" sz="155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Benchmarking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49C61D8E-46C8-4C2E-BE72-6BB32E674442}" type="parTrans" cxnId="{7A263C43-8202-4098-B458-08C00D65CF00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21A7D7EB-D5F9-4791-AA76-E47E0A2CFE31}" type="sibTrans" cxnId="{7A263C43-8202-4098-B458-08C00D65CF00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D1CED71-220A-4823-80C9-0FAAEB57B686}">
      <dgm:prSet phldrT="[Text]" custT="1"/>
      <dgm:spPr/>
      <dgm:t>
        <a:bodyPr/>
        <a:lstStyle/>
        <a:p>
          <a:r>
            <a:rPr lang="en-US" sz="155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Compare footprint against demographic averages for meaningful context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949B5EEB-F8BD-4B87-B45D-1FFA056AEEDD}" type="parTrans" cxnId="{E2E5C088-538B-408E-946D-D33F08DCD98D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99B3F6E-8D56-45D0-BFB3-131977198DBB}" type="sibTrans" cxnId="{E2E5C088-538B-408E-946D-D33F08DCD98D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34DBC055-E1B7-444B-99D7-77913BE47389}">
      <dgm:prSet phldrT="[Text]" custT="1"/>
      <dgm:spPr/>
      <dgm:t>
        <a:bodyPr/>
        <a:lstStyle/>
        <a:p>
          <a:r>
            <a:rPr lang="en-US" sz="155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AI-Powered Insights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C62F730B-E141-43B6-8370-FFEA75FF7DE8}" type="parTrans" cxnId="{CC26302F-9105-4FB0-8200-3CFC7ECF89F2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46CEE6F6-76FE-492D-A072-74C2BBFC4888}" type="sibTrans" cxnId="{CC26302F-9105-4FB0-8200-3CFC7ECF89F2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C388109-8E7A-495F-AE39-86C981808792}">
      <dgm:prSet phldrT="[Text]" custT="1"/>
      <dgm:spPr/>
      <dgm:t>
        <a:bodyPr/>
        <a:lstStyle/>
        <a:p>
          <a:r>
            <a:rPr lang="en-US" sz="155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Personalized, actionable recommendations based on user patterns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9A66186C-43FC-4401-915F-E1811E1459AE}" type="parTrans" cxnId="{56330262-99D0-43C3-9AB5-5E957D17B711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E8F43C0-27D9-4123-B9D4-2DA1753D9817}" type="sibTrans" cxnId="{56330262-99D0-43C3-9AB5-5E957D17B711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1BFD4A8-971E-4332-9609-AC5611E2632B}">
      <dgm:prSet custT="1"/>
      <dgm:spPr/>
      <dgm:t>
        <a:bodyPr/>
        <a:lstStyle/>
        <a:p>
          <a:r>
            <a:rPr lang="en-US" sz="155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Airefy Intelligence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691722BE-9F69-4E4B-9BF1-006E216C94CA}" type="parTrans" cxnId="{8AB21122-13EF-4AD4-8924-39FF2E937369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74D3082-DE8D-4EA6-9A46-02AE757B18DD}" type="sibTrans" cxnId="{8AB21122-13EF-4AD4-8924-39FF2E937369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7DA6092D-B9C1-4DA9-AD84-49160F3ED687}">
      <dgm:prSet custT="1"/>
      <dgm:spPr/>
      <dgm:t>
        <a:bodyPr/>
        <a:lstStyle/>
        <a:p>
          <a:r>
            <a:rPr lang="en-US" sz="155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 quality monitoring with location-specific eco-advice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36BDDEDE-42D1-49B6-B10F-0C1346313E2F}" type="parTrans" cxnId="{BC68C7A4-E382-4165-85AB-9E2447BB308E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463A3FC-7EAE-42F5-B4FA-B6686FCB569B}" type="sibTrans" cxnId="{BC68C7A4-E382-4165-85AB-9E2447BB308E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E17E000-CDAB-4964-ADA5-3C04F30EC183}" type="pres">
      <dgm:prSet presAssocID="{9B170B98-CEDF-42E9-97E4-14B319CDB2B3}" presName="Name0" presStyleCnt="0">
        <dgm:presLayoutVars>
          <dgm:dir/>
          <dgm:animLvl val="lvl"/>
          <dgm:resizeHandles val="exact"/>
        </dgm:presLayoutVars>
      </dgm:prSet>
      <dgm:spPr/>
    </dgm:pt>
    <dgm:pt modelId="{8481BECC-F619-4FBD-8F13-9EA2CB1DD031}" type="pres">
      <dgm:prSet presAssocID="{9B170B98-CEDF-42E9-97E4-14B319CDB2B3}" presName="tSp" presStyleCnt="0"/>
      <dgm:spPr/>
    </dgm:pt>
    <dgm:pt modelId="{232C8C9B-6372-475F-AF6B-28AB10B9B501}" type="pres">
      <dgm:prSet presAssocID="{9B170B98-CEDF-42E9-97E4-14B319CDB2B3}" presName="bSp" presStyleCnt="0"/>
      <dgm:spPr/>
    </dgm:pt>
    <dgm:pt modelId="{259FCE30-BABD-4D29-BD53-5B302F4E9063}" type="pres">
      <dgm:prSet presAssocID="{9B170B98-CEDF-42E9-97E4-14B319CDB2B3}" presName="process" presStyleCnt="0"/>
      <dgm:spPr/>
    </dgm:pt>
    <dgm:pt modelId="{95D3E69D-B4C9-443A-A134-71EDCEA5F3B4}" type="pres">
      <dgm:prSet presAssocID="{A99D0C6F-AEB8-4A2A-9B6D-802B64C9A2F2}" presName="composite1" presStyleCnt="0"/>
      <dgm:spPr/>
    </dgm:pt>
    <dgm:pt modelId="{41FF7AC8-EE46-4C40-BE7E-127F476068CD}" type="pres">
      <dgm:prSet presAssocID="{A99D0C6F-AEB8-4A2A-9B6D-802B64C9A2F2}" presName="dummyNode1" presStyleLbl="node1" presStyleIdx="0" presStyleCnt="4"/>
      <dgm:spPr/>
    </dgm:pt>
    <dgm:pt modelId="{0CEDCF80-0F8D-4A7E-912E-FD545BBAFF59}" type="pres">
      <dgm:prSet presAssocID="{A99D0C6F-AEB8-4A2A-9B6D-802B64C9A2F2}" presName="childNode1" presStyleLbl="bgAcc1" presStyleIdx="0" presStyleCnt="4" custScaleX="111251" custScaleY="118946">
        <dgm:presLayoutVars>
          <dgm:bulletEnabled val="1"/>
        </dgm:presLayoutVars>
      </dgm:prSet>
      <dgm:spPr/>
    </dgm:pt>
    <dgm:pt modelId="{0B5BA566-6311-498D-A956-A236A76A57A4}" type="pres">
      <dgm:prSet presAssocID="{A99D0C6F-AEB8-4A2A-9B6D-802B64C9A2F2}" presName="childNode1tx" presStyleLbl="bgAcc1" presStyleIdx="0" presStyleCnt="4">
        <dgm:presLayoutVars>
          <dgm:bulletEnabled val="1"/>
        </dgm:presLayoutVars>
      </dgm:prSet>
      <dgm:spPr/>
    </dgm:pt>
    <dgm:pt modelId="{AA8EDAC5-E3A1-44E8-9115-65DB6C9B5254}" type="pres">
      <dgm:prSet presAssocID="{A99D0C6F-AEB8-4A2A-9B6D-802B64C9A2F2}" presName="parentNode1" presStyleLbl="node1" presStyleIdx="0" presStyleCnt="4" custScaleX="117365">
        <dgm:presLayoutVars>
          <dgm:chMax val="1"/>
          <dgm:bulletEnabled val="1"/>
        </dgm:presLayoutVars>
      </dgm:prSet>
      <dgm:spPr/>
    </dgm:pt>
    <dgm:pt modelId="{30AADE0D-649C-40FC-A910-B1C8F0D3DB83}" type="pres">
      <dgm:prSet presAssocID="{A99D0C6F-AEB8-4A2A-9B6D-802B64C9A2F2}" presName="connSite1" presStyleCnt="0"/>
      <dgm:spPr/>
    </dgm:pt>
    <dgm:pt modelId="{A08CA76B-D45D-435E-B52C-B7CBD665A5E8}" type="pres">
      <dgm:prSet presAssocID="{65F4DDD8-634C-4AD4-AB40-FFCB5DA02E11}" presName="Name9" presStyleLbl="sibTrans2D1" presStyleIdx="0" presStyleCnt="3"/>
      <dgm:spPr/>
    </dgm:pt>
    <dgm:pt modelId="{E897BFFB-1A3F-4DE7-91FC-A17D95B059D1}" type="pres">
      <dgm:prSet presAssocID="{EA15E4A0-AE0A-4372-8C49-68BC99CD6671}" presName="composite2" presStyleCnt="0"/>
      <dgm:spPr/>
    </dgm:pt>
    <dgm:pt modelId="{BBE35066-D3CC-4783-90F3-4BC7ACA886D1}" type="pres">
      <dgm:prSet presAssocID="{EA15E4A0-AE0A-4372-8C49-68BC99CD6671}" presName="dummyNode2" presStyleLbl="node1" presStyleIdx="0" presStyleCnt="4"/>
      <dgm:spPr/>
    </dgm:pt>
    <dgm:pt modelId="{0167572C-C149-463D-BD0A-01793F0628EB}" type="pres">
      <dgm:prSet presAssocID="{EA15E4A0-AE0A-4372-8C49-68BC99CD6671}" presName="childNode2" presStyleLbl="bgAcc1" presStyleIdx="1" presStyleCnt="4" custScaleX="112740" custScaleY="132423">
        <dgm:presLayoutVars>
          <dgm:bulletEnabled val="1"/>
        </dgm:presLayoutVars>
      </dgm:prSet>
      <dgm:spPr/>
    </dgm:pt>
    <dgm:pt modelId="{A8117E86-BD07-4A75-995E-29856E0B187E}" type="pres">
      <dgm:prSet presAssocID="{EA15E4A0-AE0A-4372-8C49-68BC99CD6671}" presName="childNode2tx" presStyleLbl="bgAcc1" presStyleIdx="1" presStyleCnt="4">
        <dgm:presLayoutVars>
          <dgm:bulletEnabled val="1"/>
        </dgm:presLayoutVars>
      </dgm:prSet>
      <dgm:spPr/>
    </dgm:pt>
    <dgm:pt modelId="{27A98B5B-EF18-4118-BC43-0C9DEB9807C1}" type="pres">
      <dgm:prSet presAssocID="{EA15E4A0-AE0A-4372-8C49-68BC99CD667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73C8D071-C3CF-46B3-9372-2A0E81DECB6B}" type="pres">
      <dgm:prSet presAssocID="{EA15E4A0-AE0A-4372-8C49-68BC99CD6671}" presName="connSite2" presStyleCnt="0"/>
      <dgm:spPr/>
    </dgm:pt>
    <dgm:pt modelId="{A9CDAADA-3E8D-43D6-8DDD-D176ECDD4538}" type="pres">
      <dgm:prSet presAssocID="{21A7D7EB-D5F9-4791-AA76-E47E0A2CFE31}" presName="Name18" presStyleLbl="sibTrans2D1" presStyleIdx="1" presStyleCnt="3"/>
      <dgm:spPr/>
    </dgm:pt>
    <dgm:pt modelId="{0B123711-020B-492C-86E4-A57E9165D236}" type="pres">
      <dgm:prSet presAssocID="{34DBC055-E1B7-444B-99D7-77913BE47389}" presName="composite1" presStyleCnt="0"/>
      <dgm:spPr/>
    </dgm:pt>
    <dgm:pt modelId="{3E6A85E5-8CA1-4984-B9AC-0733EC31ACC0}" type="pres">
      <dgm:prSet presAssocID="{34DBC055-E1B7-444B-99D7-77913BE47389}" presName="dummyNode1" presStyleLbl="node1" presStyleIdx="1" presStyleCnt="4"/>
      <dgm:spPr/>
    </dgm:pt>
    <dgm:pt modelId="{6721169C-E91B-4E1F-A63D-14FF4427ABD6}" type="pres">
      <dgm:prSet presAssocID="{34DBC055-E1B7-444B-99D7-77913BE47389}" presName="childNode1" presStyleLbl="bgAcc1" presStyleIdx="2" presStyleCnt="4" custScaleX="111132" custScaleY="117724">
        <dgm:presLayoutVars>
          <dgm:bulletEnabled val="1"/>
        </dgm:presLayoutVars>
      </dgm:prSet>
      <dgm:spPr/>
    </dgm:pt>
    <dgm:pt modelId="{CEA39AEB-4FDD-4970-9B52-BA406171DAA0}" type="pres">
      <dgm:prSet presAssocID="{34DBC055-E1B7-444B-99D7-77913BE47389}" presName="childNode1tx" presStyleLbl="bgAcc1" presStyleIdx="2" presStyleCnt="4">
        <dgm:presLayoutVars>
          <dgm:bulletEnabled val="1"/>
        </dgm:presLayoutVars>
      </dgm:prSet>
      <dgm:spPr/>
    </dgm:pt>
    <dgm:pt modelId="{BA2FA7FA-2BF0-4B37-8FF0-B006D09DFA4D}" type="pres">
      <dgm:prSet presAssocID="{34DBC055-E1B7-444B-99D7-77913BE4738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F630EF00-8FC1-40D2-A151-1C7C7C408162}" type="pres">
      <dgm:prSet presAssocID="{34DBC055-E1B7-444B-99D7-77913BE47389}" presName="connSite1" presStyleCnt="0"/>
      <dgm:spPr/>
    </dgm:pt>
    <dgm:pt modelId="{6624BB6D-2F1B-4054-9145-F2A1E243276C}" type="pres">
      <dgm:prSet presAssocID="{46CEE6F6-76FE-492D-A072-74C2BBFC4888}" presName="Name9" presStyleLbl="sibTrans2D1" presStyleIdx="2" presStyleCnt="3"/>
      <dgm:spPr/>
    </dgm:pt>
    <dgm:pt modelId="{9AB81777-3023-4E2B-885C-4B74AC28E29D}" type="pres">
      <dgm:prSet presAssocID="{61BFD4A8-971E-4332-9609-AC5611E2632B}" presName="composite2" presStyleCnt="0"/>
      <dgm:spPr/>
    </dgm:pt>
    <dgm:pt modelId="{33FB1AC6-B12B-41F5-8533-FE12C67A5FFF}" type="pres">
      <dgm:prSet presAssocID="{61BFD4A8-971E-4332-9609-AC5611E2632B}" presName="dummyNode2" presStyleLbl="node1" presStyleIdx="2" presStyleCnt="4"/>
      <dgm:spPr/>
    </dgm:pt>
    <dgm:pt modelId="{B5D67F1B-05CF-469C-BC93-6AF857F09E9A}" type="pres">
      <dgm:prSet presAssocID="{61BFD4A8-971E-4332-9609-AC5611E2632B}" presName="childNode2" presStyleLbl="bgAcc1" presStyleIdx="3" presStyleCnt="4" custScaleX="115692" custScaleY="123210">
        <dgm:presLayoutVars>
          <dgm:bulletEnabled val="1"/>
        </dgm:presLayoutVars>
      </dgm:prSet>
      <dgm:spPr/>
    </dgm:pt>
    <dgm:pt modelId="{DDA5D479-4955-4D87-BBD7-F9F1F16A260F}" type="pres">
      <dgm:prSet presAssocID="{61BFD4A8-971E-4332-9609-AC5611E2632B}" presName="childNode2tx" presStyleLbl="bgAcc1" presStyleIdx="3" presStyleCnt="4">
        <dgm:presLayoutVars>
          <dgm:bulletEnabled val="1"/>
        </dgm:presLayoutVars>
      </dgm:prSet>
      <dgm:spPr/>
    </dgm:pt>
    <dgm:pt modelId="{41B67F7B-AF1A-4029-A89A-6A630C20AA8A}" type="pres">
      <dgm:prSet presAssocID="{61BFD4A8-971E-4332-9609-AC5611E2632B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2DE04837-1C50-4D82-BE50-12DD6C698FCF}" type="pres">
      <dgm:prSet presAssocID="{61BFD4A8-971E-4332-9609-AC5611E2632B}" presName="connSite2" presStyleCnt="0"/>
      <dgm:spPr/>
    </dgm:pt>
  </dgm:ptLst>
  <dgm:cxnLst>
    <dgm:cxn modelId="{42C73300-3FA7-4B40-9A9F-84869DC69D7F}" type="presOf" srcId="{0C388109-8E7A-495F-AE39-86C981808792}" destId="{CEA39AEB-4FDD-4970-9B52-BA406171DAA0}" srcOrd="1" destOrd="0" presId="urn:microsoft.com/office/officeart/2005/8/layout/hProcess4"/>
    <dgm:cxn modelId="{8AB21122-13EF-4AD4-8924-39FF2E937369}" srcId="{9B170B98-CEDF-42E9-97E4-14B319CDB2B3}" destId="{61BFD4A8-971E-4332-9609-AC5611E2632B}" srcOrd="3" destOrd="0" parTransId="{691722BE-9F69-4E4B-9BF1-006E216C94CA}" sibTransId="{674D3082-DE8D-4EA6-9A46-02AE757B18DD}"/>
    <dgm:cxn modelId="{CA735125-C8B4-4D08-BC99-7E2603917994}" type="presOf" srcId="{A27124E6-A3A9-4530-8BC3-6D740AE6A2A8}" destId="{0B5BA566-6311-498D-A956-A236A76A57A4}" srcOrd="1" destOrd="0" presId="urn:microsoft.com/office/officeart/2005/8/layout/hProcess4"/>
    <dgm:cxn modelId="{B0438C25-957E-467E-BADA-357EA6D87E78}" type="presOf" srcId="{DD1CED71-220A-4823-80C9-0FAAEB57B686}" destId="{0167572C-C149-463D-BD0A-01793F0628EB}" srcOrd="0" destOrd="0" presId="urn:microsoft.com/office/officeart/2005/8/layout/hProcess4"/>
    <dgm:cxn modelId="{CC26302F-9105-4FB0-8200-3CFC7ECF89F2}" srcId="{9B170B98-CEDF-42E9-97E4-14B319CDB2B3}" destId="{34DBC055-E1B7-444B-99D7-77913BE47389}" srcOrd="2" destOrd="0" parTransId="{C62F730B-E141-43B6-8370-FFEA75FF7DE8}" sibTransId="{46CEE6F6-76FE-492D-A072-74C2BBFC4888}"/>
    <dgm:cxn modelId="{FFB09E5D-3F81-4B10-93CB-BF2F827B775B}" type="presOf" srcId="{A99D0C6F-AEB8-4A2A-9B6D-802B64C9A2F2}" destId="{AA8EDAC5-E3A1-44E8-9115-65DB6C9B5254}" srcOrd="0" destOrd="0" presId="urn:microsoft.com/office/officeart/2005/8/layout/hProcess4"/>
    <dgm:cxn modelId="{DC758A61-621C-4081-AED7-F79051C88D7F}" type="presOf" srcId="{0C388109-8E7A-495F-AE39-86C981808792}" destId="{6721169C-E91B-4E1F-A63D-14FF4427ABD6}" srcOrd="0" destOrd="0" presId="urn:microsoft.com/office/officeart/2005/8/layout/hProcess4"/>
    <dgm:cxn modelId="{56330262-99D0-43C3-9AB5-5E957D17B711}" srcId="{34DBC055-E1B7-444B-99D7-77913BE47389}" destId="{0C388109-8E7A-495F-AE39-86C981808792}" srcOrd="0" destOrd="0" parTransId="{9A66186C-43FC-4401-915F-E1811E1459AE}" sibTransId="{BE8F43C0-27D9-4123-B9D4-2DA1753D9817}"/>
    <dgm:cxn modelId="{7A263C43-8202-4098-B458-08C00D65CF00}" srcId="{9B170B98-CEDF-42E9-97E4-14B319CDB2B3}" destId="{EA15E4A0-AE0A-4372-8C49-68BC99CD6671}" srcOrd="1" destOrd="0" parTransId="{49C61D8E-46C8-4C2E-BE72-6BB32E674442}" sibTransId="{21A7D7EB-D5F9-4791-AA76-E47E0A2CFE31}"/>
    <dgm:cxn modelId="{04134245-63D5-42D3-B3A0-7A822B3E2337}" type="presOf" srcId="{7DA6092D-B9C1-4DA9-AD84-49160F3ED687}" destId="{B5D67F1B-05CF-469C-BC93-6AF857F09E9A}" srcOrd="0" destOrd="0" presId="urn:microsoft.com/office/officeart/2005/8/layout/hProcess4"/>
    <dgm:cxn modelId="{C4EA3A66-FED3-41F4-8CF2-BC0EFE9DB086}" srcId="{9B170B98-CEDF-42E9-97E4-14B319CDB2B3}" destId="{A99D0C6F-AEB8-4A2A-9B6D-802B64C9A2F2}" srcOrd="0" destOrd="0" parTransId="{97440DC6-15A3-471D-9C1C-B3B9A191A7F3}" sibTransId="{65F4DDD8-634C-4AD4-AB40-FFCB5DA02E11}"/>
    <dgm:cxn modelId="{1664404E-C745-4441-B115-CB6573A0AD0C}" type="presOf" srcId="{34DBC055-E1B7-444B-99D7-77913BE47389}" destId="{BA2FA7FA-2BF0-4B37-8FF0-B006D09DFA4D}" srcOrd="0" destOrd="0" presId="urn:microsoft.com/office/officeart/2005/8/layout/hProcess4"/>
    <dgm:cxn modelId="{AE4DF155-ADD6-431B-A902-86801F9B038B}" srcId="{A99D0C6F-AEB8-4A2A-9B6D-802B64C9A2F2}" destId="{A27124E6-A3A9-4530-8BC3-6D740AE6A2A8}" srcOrd="0" destOrd="0" parTransId="{5EF6C42E-C220-4FD0-9ABC-64D09322B065}" sibTransId="{2CEB5B27-6486-4719-B85F-51B629D6B595}"/>
    <dgm:cxn modelId="{05D7AE80-411E-4E2A-8292-51069513C4AA}" type="presOf" srcId="{65F4DDD8-634C-4AD4-AB40-FFCB5DA02E11}" destId="{A08CA76B-D45D-435E-B52C-B7CBD665A5E8}" srcOrd="0" destOrd="0" presId="urn:microsoft.com/office/officeart/2005/8/layout/hProcess4"/>
    <dgm:cxn modelId="{E2E5C088-538B-408E-946D-D33F08DCD98D}" srcId="{EA15E4A0-AE0A-4372-8C49-68BC99CD6671}" destId="{DD1CED71-220A-4823-80C9-0FAAEB57B686}" srcOrd="0" destOrd="0" parTransId="{949B5EEB-F8BD-4B87-B45D-1FFA056AEEDD}" sibTransId="{099B3F6E-8D56-45D0-BFB3-131977198DBB}"/>
    <dgm:cxn modelId="{1B39EB96-6048-45C7-8333-F73C17570F5C}" type="presOf" srcId="{EA15E4A0-AE0A-4372-8C49-68BC99CD6671}" destId="{27A98B5B-EF18-4118-BC43-0C9DEB9807C1}" srcOrd="0" destOrd="0" presId="urn:microsoft.com/office/officeart/2005/8/layout/hProcess4"/>
    <dgm:cxn modelId="{BC68C7A4-E382-4165-85AB-9E2447BB308E}" srcId="{61BFD4A8-971E-4332-9609-AC5611E2632B}" destId="{7DA6092D-B9C1-4DA9-AD84-49160F3ED687}" srcOrd="0" destOrd="0" parTransId="{36BDDEDE-42D1-49B6-B10F-0C1346313E2F}" sibTransId="{6463A3FC-7EAE-42F5-B4FA-B6686FCB569B}"/>
    <dgm:cxn modelId="{816EB0AA-51BE-483B-8F02-B9E406C00BA5}" type="presOf" srcId="{61BFD4A8-971E-4332-9609-AC5611E2632B}" destId="{41B67F7B-AF1A-4029-A89A-6A630C20AA8A}" srcOrd="0" destOrd="0" presId="urn:microsoft.com/office/officeart/2005/8/layout/hProcess4"/>
    <dgm:cxn modelId="{5FBDAEAB-42E9-4FA4-8736-754989B875E1}" type="presOf" srcId="{21A7D7EB-D5F9-4791-AA76-E47E0A2CFE31}" destId="{A9CDAADA-3E8D-43D6-8DDD-D176ECDD4538}" srcOrd="0" destOrd="0" presId="urn:microsoft.com/office/officeart/2005/8/layout/hProcess4"/>
    <dgm:cxn modelId="{E65D01B4-3EAD-429F-9263-F76AF8ECE55A}" type="presOf" srcId="{A27124E6-A3A9-4530-8BC3-6D740AE6A2A8}" destId="{0CEDCF80-0F8D-4A7E-912E-FD545BBAFF59}" srcOrd="0" destOrd="0" presId="urn:microsoft.com/office/officeart/2005/8/layout/hProcess4"/>
    <dgm:cxn modelId="{1BCF8BB6-65E8-4C5C-A068-E8BB569E119C}" type="presOf" srcId="{DD1CED71-220A-4823-80C9-0FAAEB57B686}" destId="{A8117E86-BD07-4A75-995E-29856E0B187E}" srcOrd="1" destOrd="0" presId="urn:microsoft.com/office/officeart/2005/8/layout/hProcess4"/>
    <dgm:cxn modelId="{FB04A8C7-916A-4D3D-8C71-9D0A46F330C3}" type="presOf" srcId="{46CEE6F6-76FE-492D-A072-74C2BBFC4888}" destId="{6624BB6D-2F1B-4054-9145-F2A1E243276C}" srcOrd="0" destOrd="0" presId="urn:microsoft.com/office/officeart/2005/8/layout/hProcess4"/>
    <dgm:cxn modelId="{417B02DC-306A-4F51-8B25-AA97E7DBFE68}" type="presOf" srcId="{9B170B98-CEDF-42E9-97E4-14B319CDB2B3}" destId="{FE17E000-CDAB-4964-ADA5-3C04F30EC183}" srcOrd="0" destOrd="0" presId="urn:microsoft.com/office/officeart/2005/8/layout/hProcess4"/>
    <dgm:cxn modelId="{B22C49E1-6F42-4B52-B3FF-AB3F8E5B1F6C}" type="presOf" srcId="{7DA6092D-B9C1-4DA9-AD84-49160F3ED687}" destId="{DDA5D479-4955-4D87-BBD7-F9F1F16A260F}" srcOrd="1" destOrd="0" presId="urn:microsoft.com/office/officeart/2005/8/layout/hProcess4"/>
    <dgm:cxn modelId="{21689E2E-FB53-4F17-9B65-CB19BEF33FBD}" type="presParOf" srcId="{FE17E000-CDAB-4964-ADA5-3C04F30EC183}" destId="{8481BECC-F619-4FBD-8F13-9EA2CB1DD031}" srcOrd="0" destOrd="0" presId="urn:microsoft.com/office/officeart/2005/8/layout/hProcess4"/>
    <dgm:cxn modelId="{9CDFDBC5-4DF3-404C-8489-936789E458BF}" type="presParOf" srcId="{FE17E000-CDAB-4964-ADA5-3C04F30EC183}" destId="{232C8C9B-6372-475F-AF6B-28AB10B9B501}" srcOrd="1" destOrd="0" presId="urn:microsoft.com/office/officeart/2005/8/layout/hProcess4"/>
    <dgm:cxn modelId="{C01C11E2-3D2A-4162-BA7F-3A552EF80E9E}" type="presParOf" srcId="{FE17E000-CDAB-4964-ADA5-3C04F30EC183}" destId="{259FCE30-BABD-4D29-BD53-5B302F4E9063}" srcOrd="2" destOrd="0" presId="urn:microsoft.com/office/officeart/2005/8/layout/hProcess4"/>
    <dgm:cxn modelId="{C79AC2E1-5F3D-4574-8833-59A12A0E96A4}" type="presParOf" srcId="{259FCE30-BABD-4D29-BD53-5B302F4E9063}" destId="{95D3E69D-B4C9-443A-A134-71EDCEA5F3B4}" srcOrd="0" destOrd="0" presId="urn:microsoft.com/office/officeart/2005/8/layout/hProcess4"/>
    <dgm:cxn modelId="{2C9F7FD9-6117-4530-A2EE-3AD0CEAA37D2}" type="presParOf" srcId="{95D3E69D-B4C9-443A-A134-71EDCEA5F3B4}" destId="{41FF7AC8-EE46-4C40-BE7E-127F476068CD}" srcOrd="0" destOrd="0" presId="urn:microsoft.com/office/officeart/2005/8/layout/hProcess4"/>
    <dgm:cxn modelId="{509568B7-7276-4103-8253-2532FD4C7170}" type="presParOf" srcId="{95D3E69D-B4C9-443A-A134-71EDCEA5F3B4}" destId="{0CEDCF80-0F8D-4A7E-912E-FD545BBAFF59}" srcOrd="1" destOrd="0" presId="urn:microsoft.com/office/officeart/2005/8/layout/hProcess4"/>
    <dgm:cxn modelId="{F870785F-0F2B-4876-B377-1C102FB48D23}" type="presParOf" srcId="{95D3E69D-B4C9-443A-A134-71EDCEA5F3B4}" destId="{0B5BA566-6311-498D-A956-A236A76A57A4}" srcOrd="2" destOrd="0" presId="urn:microsoft.com/office/officeart/2005/8/layout/hProcess4"/>
    <dgm:cxn modelId="{C985DD4C-04A7-46BE-A245-D4814D7358D9}" type="presParOf" srcId="{95D3E69D-B4C9-443A-A134-71EDCEA5F3B4}" destId="{AA8EDAC5-E3A1-44E8-9115-65DB6C9B5254}" srcOrd="3" destOrd="0" presId="urn:microsoft.com/office/officeart/2005/8/layout/hProcess4"/>
    <dgm:cxn modelId="{B97740ED-8BEC-44B7-A811-12D222698321}" type="presParOf" srcId="{95D3E69D-B4C9-443A-A134-71EDCEA5F3B4}" destId="{30AADE0D-649C-40FC-A910-B1C8F0D3DB83}" srcOrd="4" destOrd="0" presId="urn:microsoft.com/office/officeart/2005/8/layout/hProcess4"/>
    <dgm:cxn modelId="{500FB1C1-6846-4DE1-8995-C271E8F0E549}" type="presParOf" srcId="{259FCE30-BABD-4D29-BD53-5B302F4E9063}" destId="{A08CA76B-D45D-435E-B52C-B7CBD665A5E8}" srcOrd="1" destOrd="0" presId="urn:microsoft.com/office/officeart/2005/8/layout/hProcess4"/>
    <dgm:cxn modelId="{41115577-84FF-4194-B695-898FDB552CC6}" type="presParOf" srcId="{259FCE30-BABD-4D29-BD53-5B302F4E9063}" destId="{E897BFFB-1A3F-4DE7-91FC-A17D95B059D1}" srcOrd="2" destOrd="0" presId="urn:microsoft.com/office/officeart/2005/8/layout/hProcess4"/>
    <dgm:cxn modelId="{CFC1F159-B0E2-46AD-87A3-55F0D6EDEF28}" type="presParOf" srcId="{E897BFFB-1A3F-4DE7-91FC-A17D95B059D1}" destId="{BBE35066-D3CC-4783-90F3-4BC7ACA886D1}" srcOrd="0" destOrd="0" presId="urn:microsoft.com/office/officeart/2005/8/layout/hProcess4"/>
    <dgm:cxn modelId="{33BD5370-7368-4A60-96BF-39830BEC3E06}" type="presParOf" srcId="{E897BFFB-1A3F-4DE7-91FC-A17D95B059D1}" destId="{0167572C-C149-463D-BD0A-01793F0628EB}" srcOrd="1" destOrd="0" presId="urn:microsoft.com/office/officeart/2005/8/layout/hProcess4"/>
    <dgm:cxn modelId="{FB88E0A6-D74F-4245-843A-9A9979FD0E60}" type="presParOf" srcId="{E897BFFB-1A3F-4DE7-91FC-A17D95B059D1}" destId="{A8117E86-BD07-4A75-995E-29856E0B187E}" srcOrd="2" destOrd="0" presId="urn:microsoft.com/office/officeart/2005/8/layout/hProcess4"/>
    <dgm:cxn modelId="{81F8340C-5DD5-43B3-B8B4-DDED8530ACBF}" type="presParOf" srcId="{E897BFFB-1A3F-4DE7-91FC-A17D95B059D1}" destId="{27A98B5B-EF18-4118-BC43-0C9DEB9807C1}" srcOrd="3" destOrd="0" presId="urn:microsoft.com/office/officeart/2005/8/layout/hProcess4"/>
    <dgm:cxn modelId="{3931FC56-7ED7-4193-A599-249C987694EF}" type="presParOf" srcId="{E897BFFB-1A3F-4DE7-91FC-A17D95B059D1}" destId="{73C8D071-C3CF-46B3-9372-2A0E81DECB6B}" srcOrd="4" destOrd="0" presId="urn:microsoft.com/office/officeart/2005/8/layout/hProcess4"/>
    <dgm:cxn modelId="{6D1F221B-DF3D-4565-A6CB-7865B0E43E8D}" type="presParOf" srcId="{259FCE30-BABD-4D29-BD53-5B302F4E9063}" destId="{A9CDAADA-3E8D-43D6-8DDD-D176ECDD4538}" srcOrd="3" destOrd="0" presId="urn:microsoft.com/office/officeart/2005/8/layout/hProcess4"/>
    <dgm:cxn modelId="{DF77316C-2A7F-47C2-8AC2-D4BB666440DD}" type="presParOf" srcId="{259FCE30-BABD-4D29-BD53-5B302F4E9063}" destId="{0B123711-020B-492C-86E4-A57E9165D236}" srcOrd="4" destOrd="0" presId="urn:microsoft.com/office/officeart/2005/8/layout/hProcess4"/>
    <dgm:cxn modelId="{F1C63D5D-681D-4200-9B94-406A97DF2E2F}" type="presParOf" srcId="{0B123711-020B-492C-86E4-A57E9165D236}" destId="{3E6A85E5-8CA1-4984-B9AC-0733EC31ACC0}" srcOrd="0" destOrd="0" presId="urn:microsoft.com/office/officeart/2005/8/layout/hProcess4"/>
    <dgm:cxn modelId="{73CC1C72-B207-4EE7-9C51-CFB6157246DD}" type="presParOf" srcId="{0B123711-020B-492C-86E4-A57E9165D236}" destId="{6721169C-E91B-4E1F-A63D-14FF4427ABD6}" srcOrd="1" destOrd="0" presId="urn:microsoft.com/office/officeart/2005/8/layout/hProcess4"/>
    <dgm:cxn modelId="{590E71C4-6085-4024-8AAD-F2880D5B7742}" type="presParOf" srcId="{0B123711-020B-492C-86E4-A57E9165D236}" destId="{CEA39AEB-4FDD-4970-9B52-BA406171DAA0}" srcOrd="2" destOrd="0" presId="urn:microsoft.com/office/officeart/2005/8/layout/hProcess4"/>
    <dgm:cxn modelId="{45DA2B8E-D8CC-4CC5-B147-469E7A724AFC}" type="presParOf" srcId="{0B123711-020B-492C-86E4-A57E9165D236}" destId="{BA2FA7FA-2BF0-4B37-8FF0-B006D09DFA4D}" srcOrd="3" destOrd="0" presId="urn:microsoft.com/office/officeart/2005/8/layout/hProcess4"/>
    <dgm:cxn modelId="{4060160C-B01F-44E4-B6B5-4D547D881344}" type="presParOf" srcId="{0B123711-020B-492C-86E4-A57E9165D236}" destId="{F630EF00-8FC1-40D2-A151-1C7C7C408162}" srcOrd="4" destOrd="0" presId="urn:microsoft.com/office/officeart/2005/8/layout/hProcess4"/>
    <dgm:cxn modelId="{CA7BDCC2-619A-4FB1-BE98-7FC9AB25FF4C}" type="presParOf" srcId="{259FCE30-BABD-4D29-BD53-5B302F4E9063}" destId="{6624BB6D-2F1B-4054-9145-F2A1E243276C}" srcOrd="5" destOrd="0" presId="urn:microsoft.com/office/officeart/2005/8/layout/hProcess4"/>
    <dgm:cxn modelId="{517005BD-1122-45A7-88C0-6A1FA6E031B1}" type="presParOf" srcId="{259FCE30-BABD-4D29-BD53-5B302F4E9063}" destId="{9AB81777-3023-4E2B-885C-4B74AC28E29D}" srcOrd="6" destOrd="0" presId="urn:microsoft.com/office/officeart/2005/8/layout/hProcess4"/>
    <dgm:cxn modelId="{0A87E729-9EF9-4224-A360-17EFE9A06B10}" type="presParOf" srcId="{9AB81777-3023-4E2B-885C-4B74AC28E29D}" destId="{33FB1AC6-B12B-41F5-8533-FE12C67A5FFF}" srcOrd="0" destOrd="0" presId="urn:microsoft.com/office/officeart/2005/8/layout/hProcess4"/>
    <dgm:cxn modelId="{2CAF74B4-C4E1-4441-B79F-E9959DF4CD4A}" type="presParOf" srcId="{9AB81777-3023-4E2B-885C-4B74AC28E29D}" destId="{B5D67F1B-05CF-469C-BC93-6AF857F09E9A}" srcOrd="1" destOrd="0" presId="urn:microsoft.com/office/officeart/2005/8/layout/hProcess4"/>
    <dgm:cxn modelId="{6CE11291-540D-41B9-BCB3-A362F85D5D48}" type="presParOf" srcId="{9AB81777-3023-4E2B-885C-4B74AC28E29D}" destId="{DDA5D479-4955-4D87-BBD7-F9F1F16A260F}" srcOrd="2" destOrd="0" presId="urn:microsoft.com/office/officeart/2005/8/layout/hProcess4"/>
    <dgm:cxn modelId="{9812BDB7-3E56-41A3-AC24-B5CF176BA20A}" type="presParOf" srcId="{9AB81777-3023-4E2B-885C-4B74AC28E29D}" destId="{41B67F7B-AF1A-4029-A89A-6A630C20AA8A}" srcOrd="3" destOrd="0" presId="urn:microsoft.com/office/officeart/2005/8/layout/hProcess4"/>
    <dgm:cxn modelId="{848B8FA9-CDAA-443E-BA75-E9310FFD86D3}" type="presParOf" srcId="{9AB81777-3023-4E2B-885C-4B74AC28E29D}" destId="{2DE04837-1C50-4D82-BE50-12DD6C698FCF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170B98-CEDF-42E9-97E4-14B319CDB2B3}" type="doc">
      <dgm:prSet loTypeId="urn:microsoft.com/office/officeart/2005/8/layout/hProcess4" loCatId="process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3AA7EBCE-A3F1-457E-A615-43218623A46A}">
      <dgm:prSet custT="1"/>
      <dgm:spPr/>
      <dgm:t>
        <a:bodyPr/>
        <a:lstStyle/>
        <a:p>
          <a:r>
            <a:rPr lang="en-US" sz="155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 System:</a:t>
          </a:r>
          <a:r>
            <a:rPr lang="en-US" sz="155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B9D701B5-8744-4570-AD42-746602FEBEBF}" type="parTrans" cxnId="{8E8E785B-4625-4499-B099-E373733CCFA3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A27B0C0-F0BD-4EB3-AD91-C47FE8B5F665}" type="sibTrans" cxnId="{8E8E785B-4625-4499-B099-E373733CCFA3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104A1ED-122D-4495-B3B3-156FF27E3159}">
      <dgm:prSet custT="1"/>
      <dgm:spPr/>
      <dgm:t>
        <a:bodyPr/>
        <a:lstStyle/>
        <a:p>
          <a:r>
            <a:rPr lang="en-US" sz="155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Community Wall:</a:t>
          </a:r>
          <a:r>
            <a:rPr lang="en-US" sz="155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669E909C-3198-4B16-BD47-07BFDCEE14C6}" type="parTrans" cxnId="{9156CC8A-8F0D-480A-9790-CE1B32D65DDE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093654F-27B4-4CD5-862D-8F3C96D7DD40}" type="sibTrans" cxnId="{9156CC8A-8F0D-480A-9790-CE1B32D65DDE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34495008-E196-49AF-99A8-144E9B021A0D}">
      <dgm:prSet custT="1"/>
      <dgm:spPr/>
      <dgm:t>
        <a:bodyPr/>
        <a:lstStyle/>
        <a:p>
          <a:r>
            <a:rPr lang="en-US" sz="155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Green Marketplace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42308160-9E4E-4A58-B767-96C03D3639CE}" type="parTrans" cxnId="{D996B140-36FA-4777-A613-C70D36E0D31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A1C859F-D33A-4820-AFDC-F65234B91527}" type="sibTrans" cxnId="{D996B140-36FA-4777-A613-C70D36E0D31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FD384E0-024F-4B32-9862-D6E7A68C6E20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155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Badges, daily streaks, and competitive leaderboards drive sustained engagement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0784B232-7F44-49F9-85AC-B055608913B6}" type="parTrans" cxnId="{162E9AC3-F80C-4F15-AE4F-8FE86A9C215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252A426-594F-408B-B4E4-1FDB18339086}" type="sibTrans" cxnId="{162E9AC3-F80C-4F15-AE4F-8FE86A9C215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F15D53B-1B00-4772-93C3-916897C9E717}">
      <dgm:prSet custT="1"/>
      <dgm:spPr/>
      <dgm:t>
        <a:bodyPr/>
        <a:lstStyle/>
        <a:p>
          <a:r>
            <a:rPr lang="en-US" sz="155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QR Profile Sharing:</a:t>
          </a:r>
          <a:r>
            <a:rPr lang="en-US" sz="155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endParaRPr lang="en-IN" sz="1550">
            <a:latin typeface="Gill Sans MT" panose="020B0502020104020203" pitchFamily="34" charset="0"/>
          </a:endParaRPr>
        </a:p>
      </dgm:t>
    </dgm:pt>
    <dgm:pt modelId="{D42FD04B-959F-4F9E-9282-91AF40854E25}" type="parTrans" cxnId="{FB1125FA-B67B-4C03-8A8F-2F354D6A1D5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A61290C-05B9-47DB-AED1-D3E653A8E3AA}" type="sibTrans" cxnId="{FB1125FA-B67B-4C03-8A8F-2F354D6A1D56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2097329-8BC3-4528-83CB-DB5015640243}">
      <dgm:prSet custT="1"/>
      <dgm:spPr/>
      <dgm:t>
        <a:bodyPr/>
        <a:lstStyle/>
        <a:p>
          <a:r>
            <a:rPr lang="en-US" sz="155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Generate shareable carbon footprint certificates for social accountability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4A6869C6-2EDF-49D7-BD64-AA223BE4ACA3}" type="parTrans" cxnId="{EBBC08F0-3079-471F-846E-3807C63F8BDD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40F720B-61F5-4C45-B2E1-52CA4ADB0E66}" type="sibTrans" cxnId="{EBBC08F0-3079-471F-846E-3807C63F8BDD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E8FFAA07-F16F-4B14-867E-2AE1E2CCF874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155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Connect with eco-conscious users, share achievements and tips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E268B774-9756-405C-A75F-420BCB61E595}" type="parTrans" cxnId="{B2F0D31C-9AE0-45FC-A9BC-33784BF1CA2F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C047B940-3321-4C8B-B95D-54EBC96540B2}" type="sibTrans" cxnId="{B2F0D31C-9AE0-45FC-A9BC-33784BF1CA2F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A33A6DE1-0E24-40C2-A11D-0241A77E01A3}">
      <dgm:prSet custT="1"/>
      <dgm:spPr/>
      <dgm:t>
        <a:bodyPr/>
        <a:lstStyle/>
        <a:p>
          <a:r>
            <a:rPr lang="en-US" sz="155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Redeem eco-points for sustainable products and partner rewards</a:t>
          </a:r>
          <a:endParaRPr lang="en-IN" sz="1550" dirty="0">
            <a:latin typeface="Gill Sans MT" panose="020B0502020104020203" pitchFamily="34" charset="0"/>
          </a:endParaRPr>
        </a:p>
      </dgm:t>
    </dgm:pt>
    <dgm:pt modelId="{B6744D8A-B924-4E58-9A4F-A5D3DC4E9887}" type="parTrans" cxnId="{CFEC7E36-627B-45E8-B197-47CDC53C697C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3DD2B512-1ED3-4652-9E36-58DE0D0F1123}" type="sibTrans" cxnId="{CFEC7E36-627B-45E8-B197-47CDC53C697C}">
      <dgm:prSet/>
      <dgm:spPr/>
      <dgm:t>
        <a:bodyPr/>
        <a:lstStyle/>
        <a:p>
          <a:endParaRPr lang="en-IN" sz="155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CE08C9FE-2596-4582-B5BD-E374B8DB0003}">
      <dgm:prSet custT="1"/>
      <dgm:spPr/>
      <dgm:t>
        <a:bodyPr/>
        <a:lstStyle/>
        <a:p>
          <a:pPr>
            <a:buSzPct val="100000"/>
            <a:buChar char="•"/>
          </a:pPr>
          <a:endParaRPr lang="en-IN" sz="1550" dirty="0">
            <a:latin typeface="Gill Sans MT" panose="020B0502020104020203" pitchFamily="34" charset="0"/>
          </a:endParaRPr>
        </a:p>
      </dgm:t>
    </dgm:pt>
    <dgm:pt modelId="{6774F6F4-1CE1-4F7D-BDC7-B14BA7B1D54B}" type="parTrans" cxnId="{DAAB2FAD-B06D-4CE8-AEA3-FE3236C917A3}">
      <dgm:prSet/>
      <dgm:spPr/>
      <dgm:t>
        <a:bodyPr/>
        <a:lstStyle/>
        <a:p>
          <a:endParaRPr lang="en-IN"/>
        </a:p>
      </dgm:t>
    </dgm:pt>
    <dgm:pt modelId="{0A4123FA-41D3-4358-A13E-12F1444E27FA}" type="sibTrans" cxnId="{DAAB2FAD-B06D-4CE8-AEA3-FE3236C917A3}">
      <dgm:prSet/>
      <dgm:spPr/>
      <dgm:t>
        <a:bodyPr/>
        <a:lstStyle/>
        <a:p>
          <a:endParaRPr lang="en-IN"/>
        </a:p>
      </dgm:t>
    </dgm:pt>
    <dgm:pt modelId="{6A55989E-0367-49DF-A3CB-95B36033D712}" type="pres">
      <dgm:prSet presAssocID="{9B170B98-CEDF-42E9-97E4-14B319CDB2B3}" presName="Name0" presStyleCnt="0">
        <dgm:presLayoutVars>
          <dgm:dir/>
          <dgm:animLvl val="lvl"/>
          <dgm:resizeHandles val="exact"/>
        </dgm:presLayoutVars>
      </dgm:prSet>
      <dgm:spPr/>
    </dgm:pt>
    <dgm:pt modelId="{9431AFCE-92FC-409A-83C1-8F3B8E520B80}" type="pres">
      <dgm:prSet presAssocID="{9B170B98-CEDF-42E9-97E4-14B319CDB2B3}" presName="tSp" presStyleCnt="0"/>
      <dgm:spPr/>
    </dgm:pt>
    <dgm:pt modelId="{53E56611-E35B-4BBB-80F9-D1D2395A2AB2}" type="pres">
      <dgm:prSet presAssocID="{9B170B98-CEDF-42E9-97E4-14B319CDB2B3}" presName="bSp" presStyleCnt="0"/>
      <dgm:spPr/>
    </dgm:pt>
    <dgm:pt modelId="{5FB761C2-5044-4A11-9477-08DC48B26A6F}" type="pres">
      <dgm:prSet presAssocID="{9B170B98-CEDF-42E9-97E4-14B319CDB2B3}" presName="process" presStyleCnt="0"/>
      <dgm:spPr/>
    </dgm:pt>
    <dgm:pt modelId="{3EF419DB-6E0A-4DC5-8C4D-3DE09FF9EA5F}" type="pres">
      <dgm:prSet presAssocID="{3AA7EBCE-A3F1-457E-A615-43218623A46A}" presName="composite1" presStyleCnt="0"/>
      <dgm:spPr/>
    </dgm:pt>
    <dgm:pt modelId="{205F3D53-31B2-4CDC-B966-9CD5AE7FEE65}" type="pres">
      <dgm:prSet presAssocID="{3AA7EBCE-A3F1-457E-A615-43218623A46A}" presName="dummyNode1" presStyleLbl="node1" presStyleIdx="0" presStyleCnt="4"/>
      <dgm:spPr/>
    </dgm:pt>
    <dgm:pt modelId="{0938F1AD-E4FF-478A-B401-8F5534F8ED6D}" type="pres">
      <dgm:prSet presAssocID="{3AA7EBCE-A3F1-457E-A615-43218623A46A}" presName="childNode1" presStyleLbl="bgAcc1" presStyleIdx="0" presStyleCnt="4" custScaleX="116628">
        <dgm:presLayoutVars>
          <dgm:bulletEnabled val="1"/>
        </dgm:presLayoutVars>
      </dgm:prSet>
      <dgm:spPr/>
    </dgm:pt>
    <dgm:pt modelId="{CC3C8F7A-99C8-46DF-9996-9C76D671A489}" type="pres">
      <dgm:prSet presAssocID="{3AA7EBCE-A3F1-457E-A615-43218623A46A}" presName="childNode1tx" presStyleLbl="bgAcc1" presStyleIdx="0" presStyleCnt="4">
        <dgm:presLayoutVars>
          <dgm:bulletEnabled val="1"/>
        </dgm:presLayoutVars>
      </dgm:prSet>
      <dgm:spPr/>
    </dgm:pt>
    <dgm:pt modelId="{9BF4B04C-EF7B-4508-A0FE-07E3EC86A161}" type="pres">
      <dgm:prSet presAssocID="{3AA7EBCE-A3F1-457E-A615-43218623A46A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20B667B0-0F9F-44B2-A9CD-868DAFA3DF2B}" type="pres">
      <dgm:prSet presAssocID="{3AA7EBCE-A3F1-457E-A615-43218623A46A}" presName="connSite1" presStyleCnt="0"/>
      <dgm:spPr/>
    </dgm:pt>
    <dgm:pt modelId="{4B18AC13-BC5E-4005-B80A-D627E5E8EB67}" type="pres">
      <dgm:prSet presAssocID="{EA27B0C0-F0BD-4EB3-AD91-C47FE8B5F665}" presName="Name9" presStyleLbl="sibTrans2D1" presStyleIdx="0" presStyleCnt="3"/>
      <dgm:spPr/>
    </dgm:pt>
    <dgm:pt modelId="{EDA20CE4-1DCD-44EA-9812-A78971227A66}" type="pres">
      <dgm:prSet presAssocID="{BF15D53B-1B00-4772-93C3-916897C9E717}" presName="composite2" presStyleCnt="0"/>
      <dgm:spPr/>
    </dgm:pt>
    <dgm:pt modelId="{F0A6D14B-C6FA-432A-A07E-C7473DEA6D07}" type="pres">
      <dgm:prSet presAssocID="{BF15D53B-1B00-4772-93C3-916897C9E717}" presName="dummyNode2" presStyleLbl="node1" presStyleIdx="0" presStyleCnt="4"/>
      <dgm:spPr/>
    </dgm:pt>
    <dgm:pt modelId="{733CC8DC-9A3D-4987-ADE4-1FA4C6C06F38}" type="pres">
      <dgm:prSet presAssocID="{BF15D53B-1B00-4772-93C3-916897C9E717}" presName="childNode2" presStyleLbl="bgAcc1" presStyleIdx="1" presStyleCnt="4" custScaleY="116913">
        <dgm:presLayoutVars>
          <dgm:bulletEnabled val="1"/>
        </dgm:presLayoutVars>
      </dgm:prSet>
      <dgm:spPr/>
    </dgm:pt>
    <dgm:pt modelId="{F1F2CBD2-BA47-47CD-8CC3-D45780BA56DE}" type="pres">
      <dgm:prSet presAssocID="{BF15D53B-1B00-4772-93C3-916897C9E717}" presName="childNode2tx" presStyleLbl="bgAcc1" presStyleIdx="1" presStyleCnt="4">
        <dgm:presLayoutVars>
          <dgm:bulletEnabled val="1"/>
        </dgm:presLayoutVars>
      </dgm:prSet>
      <dgm:spPr/>
    </dgm:pt>
    <dgm:pt modelId="{8B9031C1-D020-41AA-BB38-C02B9BF0A669}" type="pres">
      <dgm:prSet presAssocID="{BF15D53B-1B00-4772-93C3-916897C9E717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7A409DC0-008D-40A5-A933-75EF86838958}" type="pres">
      <dgm:prSet presAssocID="{BF15D53B-1B00-4772-93C3-916897C9E717}" presName="connSite2" presStyleCnt="0"/>
      <dgm:spPr/>
    </dgm:pt>
    <dgm:pt modelId="{3C6175CE-202D-43E9-833E-4D7158B5EE3E}" type="pres">
      <dgm:prSet presAssocID="{BA61290C-05B9-47DB-AED1-D3E653A8E3AA}" presName="Name18" presStyleLbl="sibTrans2D1" presStyleIdx="1" presStyleCnt="3"/>
      <dgm:spPr/>
    </dgm:pt>
    <dgm:pt modelId="{C7493453-B8C7-47AC-8BC8-FC0E27717EB9}" type="pres">
      <dgm:prSet presAssocID="{0104A1ED-122D-4495-B3B3-156FF27E3159}" presName="composite1" presStyleCnt="0"/>
      <dgm:spPr/>
    </dgm:pt>
    <dgm:pt modelId="{72034CBA-9623-4853-9C41-22522C8D0057}" type="pres">
      <dgm:prSet presAssocID="{0104A1ED-122D-4495-B3B3-156FF27E3159}" presName="dummyNode1" presStyleLbl="node1" presStyleIdx="1" presStyleCnt="4"/>
      <dgm:spPr/>
    </dgm:pt>
    <dgm:pt modelId="{F526F348-B292-4502-BF3F-B27829578653}" type="pres">
      <dgm:prSet presAssocID="{0104A1ED-122D-4495-B3B3-156FF27E3159}" presName="childNode1" presStyleLbl="bgAcc1" presStyleIdx="2" presStyleCnt="4">
        <dgm:presLayoutVars>
          <dgm:bulletEnabled val="1"/>
        </dgm:presLayoutVars>
      </dgm:prSet>
      <dgm:spPr/>
    </dgm:pt>
    <dgm:pt modelId="{1BFEA48D-9B91-437F-B819-B92B068E44C9}" type="pres">
      <dgm:prSet presAssocID="{0104A1ED-122D-4495-B3B3-156FF27E3159}" presName="childNode1tx" presStyleLbl="bgAcc1" presStyleIdx="2" presStyleCnt="4">
        <dgm:presLayoutVars>
          <dgm:bulletEnabled val="1"/>
        </dgm:presLayoutVars>
      </dgm:prSet>
      <dgm:spPr/>
    </dgm:pt>
    <dgm:pt modelId="{A09F28A9-EBDF-4143-A0E4-176519EF98C7}" type="pres">
      <dgm:prSet presAssocID="{0104A1ED-122D-4495-B3B3-156FF27E315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E2E1EF42-F9E1-43BA-BB0E-550D0915F8CD}" type="pres">
      <dgm:prSet presAssocID="{0104A1ED-122D-4495-B3B3-156FF27E3159}" presName="connSite1" presStyleCnt="0"/>
      <dgm:spPr/>
    </dgm:pt>
    <dgm:pt modelId="{41DDF3A2-5BD2-42FE-8DDA-47BE97035299}" type="pres">
      <dgm:prSet presAssocID="{A093654F-27B4-4CD5-862D-8F3C96D7DD40}" presName="Name9" presStyleLbl="sibTrans2D1" presStyleIdx="2" presStyleCnt="3"/>
      <dgm:spPr/>
    </dgm:pt>
    <dgm:pt modelId="{CA5405BA-1F0B-4D15-817D-CC0BAF12DA3F}" type="pres">
      <dgm:prSet presAssocID="{34495008-E196-49AF-99A8-144E9B021A0D}" presName="composite2" presStyleCnt="0"/>
      <dgm:spPr/>
    </dgm:pt>
    <dgm:pt modelId="{1D8B67BE-6A9E-4D3D-9FE8-8F8FDD77BA0E}" type="pres">
      <dgm:prSet presAssocID="{34495008-E196-49AF-99A8-144E9B021A0D}" presName="dummyNode2" presStyleLbl="node1" presStyleIdx="2" presStyleCnt="4"/>
      <dgm:spPr/>
    </dgm:pt>
    <dgm:pt modelId="{A560D73E-BCAF-4E13-9B84-D4209DC394C1}" type="pres">
      <dgm:prSet presAssocID="{34495008-E196-49AF-99A8-144E9B021A0D}" presName="childNode2" presStyleLbl="bgAcc1" presStyleIdx="3" presStyleCnt="4" custScaleY="106958">
        <dgm:presLayoutVars>
          <dgm:bulletEnabled val="1"/>
        </dgm:presLayoutVars>
      </dgm:prSet>
      <dgm:spPr/>
    </dgm:pt>
    <dgm:pt modelId="{62F13F0C-48B4-41D4-BC90-45C3635B8925}" type="pres">
      <dgm:prSet presAssocID="{34495008-E196-49AF-99A8-144E9B021A0D}" presName="childNode2tx" presStyleLbl="bgAcc1" presStyleIdx="3" presStyleCnt="4">
        <dgm:presLayoutVars>
          <dgm:bulletEnabled val="1"/>
        </dgm:presLayoutVars>
      </dgm:prSet>
      <dgm:spPr/>
    </dgm:pt>
    <dgm:pt modelId="{30943B8E-5947-4FBF-B7B5-904795FC159B}" type="pres">
      <dgm:prSet presAssocID="{34495008-E196-49AF-99A8-144E9B021A0D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F3568011-E179-4994-90C6-67C5ED02F38C}" type="pres">
      <dgm:prSet presAssocID="{34495008-E196-49AF-99A8-144E9B021A0D}" presName="connSite2" presStyleCnt="0"/>
      <dgm:spPr/>
    </dgm:pt>
  </dgm:ptLst>
  <dgm:cxnLst>
    <dgm:cxn modelId="{34C3FB17-7E89-421B-A439-6CA468BEF69F}" type="presOf" srcId="{BA61290C-05B9-47DB-AED1-D3E653A8E3AA}" destId="{3C6175CE-202D-43E9-833E-4D7158B5EE3E}" srcOrd="0" destOrd="0" presId="urn:microsoft.com/office/officeart/2005/8/layout/hProcess4"/>
    <dgm:cxn modelId="{B2F0D31C-9AE0-45FC-A9BC-33784BF1CA2F}" srcId="{0104A1ED-122D-4495-B3B3-156FF27E3159}" destId="{E8FFAA07-F16F-4B14-867E-2AE1E2CCF874}" srcOrd="0" destOrd="0" parTransId="{E268B774-9756-405C-A75F-420BCB61E595}" sibTransId="{C047B940-3321-4C8B-B95D-54EBC96540B2}"/>
    <dgm:cxn modelId="{CFEC7E36-627B-45E8-B197-47CDC53C697C}" srcId="{34495008-E196-49AF-99A8-144E9B021A0D}" destId="{A33A6DE1-0E24-40C2-A11D-0241A77E01A3}" srcOrd="0" destOrd="0" parTransId="{B6744D8A-B924-4E58-9A4F-A5D3DC4E9887}" sibTransId="{3DD2B512-1ED3-4652-9E36-58DE0D0F1123}"/>
    <dgm:cxn modelId="{C68B7537-6C9A-465A-B40D-BD4FDA7CA1AC}" type="presOf" srcId="{A2097329-8BC3-4528-83CB-DB5015640243}" destId="{733CC8DC-9A3D-4987-ADE4-1FA4C6C06F38}" srcOrd="0" destOrd="0" presId="urn:microsoft.com/office/officeart/2005/8/layout/hProcess4"/>
    <dgm:cxn modelId="{013FE03F-0F5C-4DAF-AE22-3556A9740278}" type="presOf" srcId="{0104A1ED-122D-4495-B3B3-156FF27E3159}" destId="{A09F28A9-EBDF-4143-A0E4-176519EF98C7}" srcOrd="0" destOrd="0" presId="urn:microsoft.com/office/officeart/2005/8/layout/hProcess4"/>
    <dgm:cxn modelId="{D996B140-36FA-4777-A613-C70D36E0D316}" srcId="{9B170B98-CEDF-42E9-97E4-14B319CDB2B3}" destId="{34495008-E196-49AF-99A8-144E9B021A0D}" srcOrd="3" destOrd="0" parTransId="{42308160-9E4E-4A58-B767-96C03D3639CE}" sibTransId="{BA1C859F-D33A-4820-AFDC-F65234B91527}"/>
    <dgm:cxn modelId="{8E8E785B-4625-4499-B099-E373733CCFA3}" srcId="{9B170B98-CEDF-42E9-97E4-14B319CDB2B3}" destId="{3AA7EBCE-A3F1-457E-A615-43218623A46A}" srcOrd="0" destOrd="0" parTransId="{B9D701B5-8744-4570-AD42-746602FEBEBF}" sibTransId="{EA27B0C0-F0BD-4EB3-AD91-C47FE8B5F665}"/>
    <dgm:cxn modelId="{6A034E47-0A1F-416D-B22A-22F68CBDE145}" type="presOf" srcId="{E8FFAA07-F16F-4B14-867E-2AE1E2CCF874}" destId="{F526F348-B292-4502-BF3F-B27829578653}" srcOrd="0" destOrd="0" presId="urn:microsoft.com/office/officeart/2005/8/layout/hProcess4"/>
    <dgm:cxn modelId="{43E5474F-7DE3-4CB2-B98E-0FCD051EBB1C}" type="presOf" srcId="{EFD384E0-024F-4B32-9862-D6E7A68C6E20}" destId="{CC3C8F7A-99C8-46DF-9996-9C76D671A489}" srcOrd="1" destOrd="0" presId="urn:microsoft.com/office/officeart/2005/8/layout/hProcess4"/>
    <dgm:cxn modelId="{66A93D75-04CE-4140-961E-6F7D3AF836F2}" type="presOf" srcId="{A093654F-27B4-4CD5-862D-8F3C96D7DD40}" destId="{41DDF3A2-5BD2-42FE-8DDA-47BE97035299}" srcOrd="0" destOrd="0" presId="urn:microsoft.com/office/officeart/2005/8/layout/hProcess4"/>
    <dgm:cxn modelId="{1AC52E76-F3BC-4857-B4EF-73FE16EDD8FB}" type="presOf" srcId="{CE08C9FE-2596-4582-B5BD-E374B8DB0003}" destId="{0938F1AD-E4FF-478A-B401-8F5534F8ED6D}" srcOrd="0" destOrd="1" presId="urn:microsoft.com/office/officeart/2005/8/layout/hProcess4"/>
    <dgm:cxn modelId="{536F3482-7F27-457E-A9F9-0D1F4FCD2CAA}" type="presOf" srcId="{9B170B98-CEDF-42E9-97E4-14B319CDB2B3}" destId="{6A55989E-0367-49DF-A3CB-95B36033D712}" srcOrd="0" destOrd="0" presId="urn:microsoft.com/office/officeart/2005/8/layout/hProcess4"/>
    <dgm:cxn modelId="{9156CC8A-8F0D-480A-9790-CE1B32D65DDE}" srcId="{9B170B98-CEDF-42E9-97E4-14B319CDB2B3}" destId="{0104A1ED-122D-4495-B3B3-156FF27E3159}" srcOrd="2" destOrd="0" parTransId="{669E909C-3198-4B16-BD47-07BFDCEE14C6}" sibTransId="{A093654F-27B4-4CD5-862D-8F3C96D7DD40}"/>
    <dgm:cxn modelId="{DAAB2FAD-B06D-4CE8-AEA3-FE3236C917A3}" srcId="{3AA7EBCE-A3F1-457E-A615-43218623A46A}" destId="{CE08C9FE-2596-4582-B5BD-E374B8DB0003}" srcOrd="1" destOrd="0" parTransId="{6774F6F4-1CE1-4F7D-BDC7-B14BA7B1D54B}" sibTransId="{0A4123FA-41D3-4358-A13E-12F1444E27FA}"/>
    <dgm:cxn modelId="{914099B1-01C9-495B-853E-05DE29639E5A}" type="presOf" srcId="{E8FFAA07-F16F-4B14-867E-2AE1E2CCF874}" destId="{1BFEA48D-9B91-437F-B819-B92B068E44C9}" srcOrd="1" destOrd="0" presId="urn:microsoft.com/office/officeart/2005/8/layout/hProcess4"/>
    <dgm:cxn modelId="{211FDFB3-F869-46AE-B5F6-4F7A5FD5B2CE}" type="presOf" srcId="{BF15D53B-1B00-4772-93C3-916897C9E717}" destId="{8B9031C1-D020-41AA-BB38-C02B9BF0A669}" srcOrd="0" destOrd="0" presId="urn:microsoft.com/office/officeart/2005/8/layout/hProcess4"/>
    <dgm:cxn modelId="{D160ABC0-F3D4-4AF2-9C5B-64327E8AC3DB}" type="presOf" srcId="{A2097329-8BC3-4528-83CB-DB5015640243}" destId="{F1F2CBD2-BA47-47CD-8CC3-D45780BA56DE}" srcOrd="1" destOrd="0" presId="urn:microsoft.com/office/officeart/2005/8/layout/hProcess4"/>
    <dgm:cxn modelId="{162E9AC3-F80C-4F15-AE4F-8FE86A9C2156}" srcId="{3AA7EBCE-A3F1-457E-A615-43218623A46A}" destId="{EFD384E0-024F-4B32-9862-D6E7A68C6E20}" srcOrd="0" destOrd="0" parTransId="{0784B232-7F44-49F9-85AC-B055608913B6}" sibTransId="{F252A426-594F-408B-B4E4-1FDB18339086}"/>
    <dgm:cxn modelId="{6AEFFCCC-CFCD-4505-998D-BC51702D3C61}" type="presOf" srcId="{34495008-E196-49AF-99A8-144E9B021A0D}" destId="{30943B8E-5947-4FBF-B7B5-904795FC159B}" srcOrd="0" destOrd="0" presId="urn:microsoft.com/office/officeart/2005/8/layout/hProcess4"/>
    <dgm:cxn modelId="{A507C9D0-EA37-497E-AC64-2D22388A139C}" type="presOf" srcId="{CE08C9FE-2596-4582-B5BD-E374B8DB0003}" destId="{CC3C8F7A-99C8-46DF-9996-9C76D671A489}" srcOrd="1" destOrd="1" presId="urn:microsoft.com/office/officeart/2005/8/layout/hProcess4"/>
    <dgm:cxn modelId="{50C28AD2-F693-4EAB-97A0-A4E4DA204637}" type="presOf" srcId="{EA27B0C0-F0BD-4EB3-AD91-C47FE8B5F665}" destId="{4B18AC13-BC5E-4005-B80A-D627E5E8EB67}" srcOrd="0" destOrd="0" presId="urn:microsoft.com/office/officeart/2005/8/layout/hProcess4"/>
    <dgm:cxn modelId="{4C3EB7D9-F28D-4639-9F44-57F11AB28989}" type="presOf" srcId="{A33A6DE1-0E24-40C2-A11D-0241A77E01A3}" destId="{62F13F0C-48B4-41D4-BC90-45C3635B8925}" srcOrd="1" destOrd="0" presId="urn:microsoft.com/office/officeart/2005/8/layout/hProcess4"/>
    <dgm:cxn modelId="{C3606EE7-CF5B-4810-BF24-ACB2E39A2C03}" type="presOf" srcId="{3AA7EBCE-A3F1-457E-A615-43218623A46A}" destId="{9BF4B04C-EF7B-4508-A0FE-07E3EC86A161}" srcOrd="0" destOrd="0" presId="urn:microsoft.com/office/officeart/2005/8/layout/hProcess4"/>
    <dgm:cxn modelId="{2208A7ED-2E84-4179-8B03-EBA8C2E2A99C}" type="presOf" srcId="{A33A6DE1-0E24-40C2-A11D-0241A77E01A3}" destId="{A560D73E-BCAF-4E13-9B84-D4209DC394C1}" srcOrd="0" destOrd="0" presId="urn:microsoft.com/office/officeart/2005/8/layout/hProcess4"/>
    <dgm:cxn modelId="{EBBC08F0-3079-471F-846E-3807C63F8BDD}" srcId="{BF15D53B-1B00-4772-93C3-916897C9E717}" destId="{A2097329-8BC3-4528-83CB-DB5015640243}" srcOrd="0" destOrd="0" parTransId="{4A6869C6-2EDF-49D7-BD64-AA223BE4ACA3}" sibTransId="{040F720B-61F5-4C45-B2E1-52CA4ADB0E66}"/>
    <dgm:cxn modelId="{FF0996F2-4A6E-4783-906A-599419BF0D07}" type="presOf" srcId="{EFD384E0-024F-4B32-9862-D6E7A68C6E20}" destId="{0938F1AD-E4FF-478A-B401-8F5534F8ED6D}" srcOrd="0" destOrd="0" presId="urn:microsoft.com/office/officeart/2005/8/layout/hProcess4"/>
    <dgm:cxn modelId="{FB1125FA-B67B-4C03-8A8F-2F354D6A1D56}" srcId="{9B170B98-CEDF-42E9-97E4-14B319CDB2B3}" destId="{BF15D53B-1B00-4772-93C3-916897C9E717}" srcOrd="1" destOrd="0" parTransId="{D42FD04B-959F-4F9E-9282-91AF40854E25}" sibTransId="{BA61290C-05B9-47DB-AED1-D3E653A8E3AA}"/>
    <dgm:cxn modelId="{6DE8A44C-CF4D-4CFE-A860-BEFECC9C5FD6}" type="presParOf" srcId="{6A55989E-0367-49DF-A3CB-95B36033D712}" destId="{9431AFCE-92FC-409A-83C1-8F3B8E520B80}" srcOrd="0" destOrd="0" presId="urn:microsoft.com/office/officeart/2005/8/layout/hProcess4"/>
    <dgm:cxn modelId="{B2015241-8159-4DE4-B0A9-468D28AB522E}" type="presParOf" srcId="{6A55989E-0367-49DF-A3CB-95B36033D712}" destId="{53E56611-E35B-4BBB-80F9-D1D2395A2AB2}" srcOrd="1" destOrd="0" presId="urn:microsoft.com/office/officeart/2005/8/layout/hProcess4"/>
    <dgm:cxn modelId="{53896FAD-7224-4D27-8B02-62B8F171037C}" type="presParOf" srcId="{6A55989E-0367-49DF-A3CB-95B36033D712}" destId="{5FB761C2-5044-4A11-9477-08DC48B26A6F}" srcOrd="2" destOrd="0" presId="urn:microsoft.com/office/officeart/2005/8/layout/hProcess4"/>
    <dgm:cxn modelId="{4D594409-CE5B-4416-BC28-95EFF1FA07C2}" type="presParOf" srcId="{5FB761C2-5044-4A11-9477-08DC48B26A6F}" destId="{3EF419DB-6E0A-4DC5-8C4D-3DE09FF9EA5F}" srcOrd="0" destOrd="0" presId="urn:microsoft.com/office/officeart/2005/8/layout/hProcess4"/>
    <dgm:cxn modelId="{498E430C-3945-4632-B8B8-5E47C0A4FE05}" type="presParOf" srcId="{3EF419DB-6E0A-4DC5-8C4D-3DE09FF9EA5F}" destId="{205F3D53-31B2-4CDC-B966-9CD5AE7FEE65}" srcOrd="0" destOrd="0" presId="urn:microsoft.com/office/officeart/2005/8/layout/hProcess4"/>
    <dgm:cxn modelId="{4CF9D18A-F401-4800-A1A4-3587E85651C9}" type="presParOf" srcId="{3EF419DB-6E0A-4DC5-8C4D-3DE09FF9EA5F}" destId="{0938F1AD-E4FF-478A-B401-8F5534F8ED6D}" srcOrd="1" destOrd="0" presId="urn:microsoft.com/office/officeart/2005/8/layout/hProcess4"/>
    <dgm:cxn modelId="{A80409E6-0477-4E86-8BBA-6D8C4349C833}" type="presParOf" srcId="{3EF419DB-6E0A-4DC5-8C4D-3DE09FF9EA5F}" destId="{CC3C8F7A-99C8-46DF-9996-9C76D671A489}" srcOrd="2" destOrd="0" presId="urn:microsoft.com/office/officeart/2005/8/layout/hProcess4"/>
    <dgm:cxn modelId="{B67E560D-7BE6-4BCA-AC5B-C8A356294E9D}" type="presParOf" srcId="{3EF419DB-6E0A-4DC5-8C4D-3DE09FF9EA5F}" destId="{9BF4B04C-EF7B-4508-A0FE-07E3EC86A161}" srcOrd="3" destOrd="0" presId="urn:microsoft.com/office/officeart/2005/8/layout/hProcess4"/>
    <dgm:cxn modelId="{01C5A750-058D-4402-B045-CBC6F74E6CFB}" type="presParOf" srcId="{3EF419DB-6E0A-4DC5-8C4D-3DE09FF9EA5F}" destId="{20B667B0-0F9F-44B2-A9CD-868DAFA3DF2B}" srcOrd="4" destOrd="0" presId="urn:microsoft.com/office/officeart/2005/8/layout/hProcess4"/>
    <dgm:cxn modelId="{0A9F1302-D6B6-4AF5-8658-4F0ED2F5B316}" type="presParOf" srcId="{5FB761C2-5044-4A11-9477-08DC48B26A6F}" destId="{4B18AC13-BC5E-4005-B80A-D627E5E8EB67}" srcOrd="1" destOrd="0" presId="urn:microsoft.com/office/officeart/2005/8/layout/hProcess4"/>
    <dgm:cxn modelId="{1BE62595-68B8-4B6A-8855-EA7BFF66EDA7}" type="presParOf" srcId="{5FB761C2-5044-4A11-9477-08DC48B26A6F}" destId="{EDA20CE4-1DCD-44EA-9812-A78971227A66}" srcOrd="2" destOrd="0" presId="urn:microsoft.com/office/officeart/2005/8/layout/hProcess4"/>
    <dgm:cxn modelId="{29526638-EC2A-4ECD-8B34-6298664089FE}" type="presParOf" srcId="{EDA20CE4-1DCD-44EA-9812-A78971227A66}" destId="{F0A6D14B-C6FA-432A-A07E-C7473DEA6D07}" srcOrd="0" destOrd="0" presId="urn:microsoft.com/office/officeart/2005/8/layout/hProcess4"/>
    <dgm:cxn modelId="{5A82E866-618A-40F6-8EAA-D1F2868A7B1D}" type="presParOf" srcId="{EDA20CE4-1DCD-44EA-9812-A78971227A66}" destId="{733CC8DC-9A3D-4987-ADE4-1FA4C6C06F38}" srcOrd="1" destOrd="0" presId="urn:microsoft.com/office/officeart/2005/8/layout/hProcess4"/>
    <dgm:cxn modelId="{5BD74E2F-0E8A-4C33-9DF4-30304CB6A952}" type="presParOf" srcId="{EDA20CE4-1DCD-44EA-9812-A78971227A66}" destId="{F1F2CBD2-BA47-47CD-8CC3-D45780BA56DE}" srcOrd="2" destOrd="0" presId="urn:microsoft.com/office/officeart/2005/8/layout/hProcess4"/>
    <dgm:cxn modelId="{6B82B825-1921-41C7-9E48-583256E5D34C}" type="presParOf" srcId="{EDA20CE4-1DCD-44EA-9812-A78971227A66}" destId="{8B9031C1-D020-41AA-BB38-C02B9BF0A669}" srcOrd="3" destOrd="0" presId="urn:microsoft.com/office/officeart/2005/8/layout/hProcess4"/>
    <dgm:cxn modelId="{9EBC48D8-5CCB-42D5-A231-6D6FC5C282D7}" type="presParOf" srcId="{EDA20CE4-1DCD-44EA-9812-A78971227A66}" destId="{7A409DC0-008D-40A5-A933-75EF86838958}" srcOrd="4" destOrd="0" presId="urn:microsoft.com/office/officeart/2005/8/layout/hProcess4"/>
    <dgm:cxn modelId="{A5B527DC-54E4-4118-AADE-83765932FFA2}" type="presParOf" srcId="{5FB761C2-5044-4A11-9477-08DC48B26A6F}" destId="{3C6175CE-202D-43E9-833E-4D7158B5EE3E}" srcOrd="3" destOrd="0" presId="urn:microsoft.com/office/officeart/2005/8/layout/hProcess4"/>
    <dgm:cxn modelId="{FD4E4F0D-0628-4FC8-923B-38E22FEEE3A7}" type="presParOf" srcId="{5FB761C2-5044-4A11-9477-08DC48B26A6F}" destId="{C7493453-B8C7-47AC-8BC8-FC0E27717EB9}" srcOrd="4" destOrd="0" presId="urn:microsoft.com/office/officeart/2005/8/layout/hProcess4"/>
    <dgm:cxn modelId="{A2CBF2B3-9A83-409B-831C-195380328564}" type="presParOf" srcId="{C7493453-B8C7-47AC-8BC8-FC0E27717EB9}" destId="{72034CBA-9623-4853-9C41-22522C8D0057}" srcOrd="0" destOrd="0" presId="urn:microsoft.com/office/officeart/2005/8/layout/hProcess4"/>
    <dgm:cxn modelId="{BF8193DA-DDDC-4506-B0DB-101F01801630}" type="presParOf" srcId="{C7493453-B8C7-47AC-8BC8-FC0E27717EB9}" destId="{F526F348-B292-4502-BF3F-B27829578653}" srcOrd="1" destOrd="0" presId="urn:microsoft.com/office/officeart/2005/8/layout/hProcess4"/>
    <dgm:cxn modelId="{8338F81E-C5D5-458D-95AD-F7C507208D90}" type="presParOf" srcId="{C7493453-B8C7-47AC-8BC8-FC0E27717EB9}" destId="{1BFEA48D-9B91-437F-B819-B92B068E44C9}" srcOrd="2" destOrd="0" presId="urn:microsoft.com/office/officeart/2005/8/layout/hProcess4"/>
    <dgm:cxn modelId="{039864DC-21FC-453B-9F04-E0E32C0E454A}" type="presParOf" srcId="{C7493453-B8C7-47AC-8BC8-FC0E27717EB9}" destId="{A09F28A9-EBDF-4143-A0E4-176519EF98C7}" srcOrd="3" destOrd="0" presId="urn:microsoft.com/office/officeart/2005/8/layout/hProcess4"/>
    <dgm:cxn modelId="{7429207E-F188-493A-8EC9-3EA3BFDA617E}" type="presParOf" srcId="{C7493453-B8C7-47AC-8BC8-FC0E27717EB9}" destId="{E2E1EF42-F9E1-43BA-BB0E-550D0915F8CD}" srcOrd="4" destOrd="0" presId="urn:microsoft.com/office/officeart/2005/8/layout/hProcess4"/>
    <dgm:cxn modelId="{2877E18B-8E0E-4415-BE78-FB5EA8E4A34F}" type="presParOf" srcId="{5FB761C2-5044-4A11-9477-08DC48B26A6F}" destId="{41DDF3A2-5BD2-42FE-8DDA-47BE97035299}" srcOrd="5" destOrd="0" presId="urn:microsoft.com/office/officeart/2005/8/layout/hProcess4"/>
    <dgm:cxn modelId="{32708950-4166-4AEE-A9AF-C298A5B93882}" type="presParOf" srcId="{5FB761C2-5044-4A11-9477-08DC48B26A6F}" destId="{CA5405BA-1F0B-4D15-817D-CC0BAF12DA3F}" srcOrd="6" destOrd="0" presId="urn:microsoft.com/office/officeart/2005/8/layout/hProcess4"/>
    <dgm:cxn modelId="{46FAA4CD-0F06-41ED-9813-D224C1779EB8}" type="presParOf" srcId="{CA5405BA-1F0B-4D15-817D-CC0BAF12DA3F}" destId="{1D8B67BE-6A9E-4D3D-9FE8-8F8FDD77BA0E}" srcOrd="0" destOrd="0" presId="urn:microsoft.com/office/officeart/2005/8/layout/hProcess4"/>
    <dgm:cxn modelId="{494E3FA6-95C4-41FD-8D3E-9F25B48AAA24}" type="presParOf" srcId="{CA5405BA-1F0B-4D15-817D-CC0BAF12DA3F}" destId="{A560D73E-BCAF-4E13-9B84-D4209DC394C1}" srcOrd="1" destOrd="0" presId="urn:microsoft.com/office/officeart/2005/8/layout/hProcess4"/>
    <dgm:cxn modelId="{6059D48F-A597-487A-8F2C-29E314E2E991}" type="presParOf" srcId="{CA5405BA-1F0B-4D15-817D-CC0BAF12DA3F}" destId="{62F13F0C-48B4-41D4-BC90-45C3635B8925}" srcOrd="2" destOrd="0" presId="urn:microsoft.com/office/officeart/2005/8/layout/hProcess4"/>
    <dgm:cxn modelId="{D89A8207-22F5-4369-A80D-5DBC5F5C7EAD}" type="presParOf" srcId="{CA5405BA-1F0B-4D15-817D-CC0BAF12DA3F}" destId="{30943B8E-5947-4FBF-B7B5-904795FC159B}" srcOrd="3" destOrd="0" presId="urn:microsoft.com/office/officeart/2005/8/layout/hProcess4"/>
    <dgm:cxn modelId="{228681EE-D72E-4691-B787-7B63CD6D88E6}" type="presParOf" srcId="{CA5405BA-1F0B-4D15-817D-CC0BAF12DA3F}" destId="{F3568011-E179-4994-90C6-67C5ED02F38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578ABB-FD14-4D66-AB60-82ED020B6A86}" type="doc">
      <dgm:prSet loTypeId="urn:microsoft.com/office/officeart/2005/8/layout/chevron1" loCatId="process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9E153498-DC3E-4BF9-9A59-AC942206B9C8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15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Enhanced Awareness:</a:t>
          </a:r>
          <a:r>
            <a:rPr lang="en-US" sz="15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Users gain quantified understanding of their environmental impact</a:t>
          </a:r>
          <a:endParaRPr lang="en-IN" sz="1500" dirty="0">
            <a:latin typeface="Gill Sans MT" panose="020B0502020104020203" pitchFamily="34" charset="0"/>
          </a:endParaRPr>
        </a:p>
      </dgm:t>
    </dgm:pt>
    <dgm:pt modelId="{F0FF38A1-9166-48A6-A3BB-904348732AC3}" type="parTrans" cxnId="{C46660B8-6F2D-4ADC-A8B6-D1B346C0C972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834348EC-D35A-4103-B82C-9D51E07702B7}" type="sibTrans" cxnId="{C46660B8-6F2D-4ADC-A8B6-D1B346C0C972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F402B050-B6C2-4F27-9019-256BA62E3206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15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Informed Decision-Making:</a:t>
          </a:r>
          <a:r>
            <a:rPr lang="en-US" sz="15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Data-driven insights guide daily choices toward sustainability</a:t>
          </a:r>
          <a:endParaRPr lang="en-IN" sz="1500" dirty="0">
            <a:latin typeface="Gill Sans MT" panose="020B0502020104020203" pitchFamily="34" charset="0"/>
          </a:endParaRPr>
        </a:p>
      </dgm:t>
    </dgm:pt>
    <dgm:pt modelId="{E378E5A5-0F33-48FF-BF49-BA2A8827FEFC}" type="parTrans" cxnId="{94DA44D2-D3D4-49B7-B44A-2A4D7F09B890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B78A4248-8961-4B22-8BA9-F5DE22A00088}" type="sibTrans" cxnId="{94DA44D2-D3D4-49B7-B44A-2A4D7F09B890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D8AA485D-0C1E-46C3-88C8-A999FDF3993F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140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Measurable</a:t>
          </a:r>
          <a:r>
            <a:rPr lang="en-US" sz="1500" b="1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Reduction:</a:t>
          </a:r>
          <a:r>
            <a:rPr lang="en-US" sz="15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Average 15-20% CO₂ reduction within first 3 months of active use</a:t>
          </a:r>
          <a:endParaRPr lang="en-IN" sz="1500" dirty="0">
            <a:latin typeface="Gill Sans MT" panose="020B0502020104020203" pitchFamily="34" charset="0"/>
          </a:endParaRPr>
        </a:p>
      </dgm:t>
    </dgm:pt>
    <dgm:pt modelId="{578772DA-75FB-4D6A-8904-42D1CEA799C3}" type="parTrans" cxnId="{8AC3BFF6-9520-4C1D-AE83-F3ECB5904B42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99E01939-05E0-4DA8-956F-CD022BECCF91}" type="sibTrans" cxnId="{8AC3BFF6-9520-4C1D-AE83-F3ECB5904B42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1C8EDBCE-8D70-4250-828C-E59F92AB956C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15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Sustained Engagement:</a:t>
          </a:r>
          <a:r>
            <a:rPr lang="en-US" sz="15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Gamification ensures 70%+ user retention over 6 months</a:t>
          </a:r>
          <a:endParaRPr lang="en-IN" sz="1500" dirty="0">
            <a:latin typeface="Gill Sans MT" panose="020B0502020104020203" pitchFamily="34" charset="0"/>
          </a:endParaRPr>
        </a:p>
      </dgm:t>
    </dgm:pt>
    <dgm:pt modelId="{16797952-8895-4084-AA76-832C06AC9176}" type="parTrans" cxnId="{37D1BE0B-A373-44E3-93EC-120451667009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63387ADE-5C4D-41E2-B079-B2E5AD959328}" type="sibTrans" cxnId="{37D1BE0B-A373-44E3-93EC-120451667009}">
      <dgm:prSet/>
      <dgm:spPr/>
      <dgm:t>
        <a:bodyPr/>
        <a:lstStyle/>
        <a:p>
          <a:endParaRPr lang="en-IN" sz="1500">
            <a:solidFill>
              <a:schemeClr val="tx1"/>
            </a:solidFill>
            <a:latin typeface="Gill Sans MT" panose="020B0502020104020203" pitchFamily="34" charset="0"/>
          </a:endParaRPr>
        </a:p>
      </dgm:t>
    </dgm:pt>
    <dgm:pt modelId="{0B2B98CE-D65A-451A-A752-6A5FEB4BA85E}" type="pres">
      <dgm:prSet presAssocID="{68578ABB-FD14-4D66-AB60-82ED020B6A86}" presName="Name0" presStyleCnt="0">
        <dgm:presLayoutVars>
          <dgm:dir/>
          <dgm:animLvl val="lvl"/>
          <dgm:resizeHandles val="exact"/>
        </dgm:presLayoutVars>
      </dgm:prSet>
      <dgm:spPr/>
    </dgm:pt>
    <dgm:pt modelId="{933E35B2-EACC-4212-AB19-7EE3AA199CBD}" type="pres">
      <dgm:prSet presAssocID="{9E153498-DC3E-4BF9-9A59-AC942206B9C8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D768145-846D-4D60-BE5D-5069B3984AD8}" type="pres">
      <dgm:prSet presAssocID="{834348EC-D35A-4103-B82C-9D51E07702B7}" presName="parTxOnlySpace" presStyleCnt="0"/>
      <dgm:spPr/>
    </dgm:pt>
    <dgm:pt modelId="{E3AEADE0-F1CB-4E9E-A53D-8865D4460218}" type="pres">
      <dgm:prSet presAssocID="{F402B050-B6C2-4F27-9019-256BA62E3206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81803F2-CF65-44B3-A424-79C1019CB938}" type="pres">
      <dgm:prSet presAssocID="{B78A4248-8961-4B22-8BA9-F5DE22A00088}" presName="parTxOnlySpace" presStyleCnt="0"/>
      <dgm:spPr/>
    </dgm:pt>
    <dgm:pt modelId="{022C2E65-032E-416B-9628-1B5E051FBA80}" type="pres">
      <dgm:prSet presAssocID="{D8AA485D-0C1E-46C3-88C8-A999FDF3993F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491F141-CD01-43AE-A2A4-B482358B6B71}" type="pres">
      <dgm:prSet presAssocID="{99E01939-05E0-4DA8-956F-CD022BECCF91}" presName="parTxOnlySpace" presStyleCnt="0"/>
      <dgm:spPr/>
    </dgm:pt>
    <dgm:pt modelId="{42AF0FBB-4AC0-4D69-959F-2C9D8440E854}" type="pres">
      <dgm:prSet presAssocID="{1C8EDBCE-8D70-4250-828C-E59F92AB956C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7D1BE0B-A373-44E3-93EC-120451667009}" srcId="{68578ABB-FD14-4D66-AB60-82ED020B6A86}" destId="{1C8EDBCE-8D70-4250-828C-E59F92AB956C}" srcOrd="3" destOrd="0" parTransId="{16797952-8895-4084-AA76-832C06AC9176}" sibTransId="{63387ADE-5C4D-41E2-B079-B2E5AD959328}"/>
    <dgm:cxn modelId="{20603A1E-815E-446D-A198-BE99D7CB5BC3}" type="presOf" srcId="{1C8EDBCE-8D70-4250-828C-E59F92AB956C}" destId="{42AF0FBB-4AC0-4D69-959F-2C9D8440E854}" srcOrd="0" destOrd="0" presId="urn:microsoft.com/office/officeart/2005/8/layout/chevron1"/>
    <dgm:cxn modelId="{E5104521-1494-4221-800B-0A7711AF7CE8}" type="presOf" srcId="{9E153498-DC3E-4BF9-9A59-AC942206B9C8}" destId="{933E35B2-EACC-4212-AB19-7EE3AA199CBD}" srcOrd="0" destOrd="0" presId="urn:microsoft.com/office/officeart/2005/8/layout/chevron1"/>
    <dgm:cxn modelId="{27466889-313E-49D6-B1B9-ACCF534E2D71}" type="presOf" srcId="{D8AA485D-0C1E-46C3-88C8-A999FDF3993F}" destId="{022C2E65-032E-416B-9628-1B5E051FBA80}" srcOrd="0" destOrd="0" presId="urn:microsoft.com/office/officeart/2005/8/layout/chevron1"/>
    <dgm:cxn modelId="{C46660B8-6F2D-4ADC-A8B6-D1B346C0C972}" srcId="{68578ABB-FD14-4D66-AB60-82ED020B6A86}" destId="{9E153498-DC3E-4BF9-9A59-AC942206B9C8}" srcOrd="0" destOrd="0" parTransId="{F0FF38A1-9166-48A6-A3BB-904348732AC3}" sibTransId="{834348EC-D35A-4103-B82C-9D51E07702B7}"/>
    <dgm:cxn modelId="{94DA44D2-D3D4-49B7-B44A-2A4D7F09B890}" srcId="{68578ABB-FD14-4D66-AB60-82ED020B6A86}" destId="{F402B050-B6C2-4F27-9019-256BA62E3206}" srcOrd="1" destOrd="0" parTransId="{E378E5A5-0F33-48FF-BF49-BA2A8827FEFC}" sibTransId="{B78A4248-8961-4B22-8BA9-F5DE22A00088}"/>
    <dgm:cxn modelId="{FA215EDA-1FB9-45F0-A380-0447ABBC6EA6}" type="presOf" srcId="{F402B050-B6C2-4F27-9019-256BA62E3206}" destId="{E3AEADE0-F1CB-4E9E-A53D-8865D4460218}" srcOrd="0" destOrd="0" presId="urn:microsoft.com/office/officeart/2005/8/layout/chevron1"/>
    <dgm:cxn modelId="{E00F64E4-6798-4637-A20A-320F77E2BF22}" type="presOf" srcId="{68578ABB-FD14-4D66-AB60-82ED020B6A86}" destId="{0B2B98CE-D65A-451A-A752-6A5FEB4BA85E}" srcOrd="0" destOrd="0" presId="urn:microsoft.com/office/officeart/2005/8/layout/chevron1"/>
    <dgm:cxn modelId="{8AC3BFF6-9520-4C1D-AE83-F3ECB5904B42}" srcId="{68578ABB-FD14-4D66-AB60-82ED020B6A86}" destId="{D8AA485D-0C1E-46C3-88C8-A999FDF3993F}" srcOrd="2" destOrd="0" parTransId="{578772DA-75FB-4D6A-8904-42D1CEA799C3}" sibTransId="{99E01939-05E0-4DA8-956F-CD022BECCF91}"/>
    <dgm:cxn modelId="{E42734C7-6F4E-4B48-921F-4CC50F7B415E}" type="presParOf" srcId="{0B2B98CE-D65A-451A-A752-6A5FEB4BA85E}" destId="{933E35B2-EACC-4212-AB19-7EE3AA199CBD}" srcOrd="0" destOrd="0" presId="urn:microsoft.com/office/officeart/2005/8/layout/chevron1"/>
    <dgm:cxn modelId="{DFC4B231-65FD-4E59-AEE1-2EA8FC9C7253}" type="presParOf" srcId="{0B2B98CE-D65A-451A-A752-6A5FEB4BA85E}" destId="{DD768145-846D-4D60-BE5D-5069B3984AD8}" srcOrd="1" destOrd="0" presId="urn:microsoft.com/office/officeart/2005/8/layout/chevron1"/>
    <dgm:cxn modelId="{8D0B3220-0192-493F-B343-6C6019C0CB5D}" type="presParOf" srcId="{0B2B98CE-D65A-451A-A752-6A5FEB4BA85E}" destId="{E3AEADE0-F1CB-4E9E-A53D-8865D4460218}" srcOrd="2" destOrd="0" presId="urn:microsoft.com/office/officeart/2005/8/layout/chevron1"/>
    <dgm:cxn modelId="{9F0BF359-B654-4DA4-9A85-6BF91B6C90BF}" type="presParOf" srcId="{0B2B98CE-D65A-451A-A752-6A5FEB4BA85E}" destId="{B81803F2-CF65-44B3-A424-79C1019CB938}" srcOrd="3" destOrd="0" presId="urn:microsoft.com/office/officeart/2005/8/layout/chevron1"/>
    <dgm:cxn modelId="{1CF9FAF7-E242-45FB-B51C-C3F7D0A048FD}" type="presParOf" srcId="{0B2B98CE-D65A-451A-A752-6A5FEB4BA85E}" destId="{022C2E65-032E-416B-9628-1B5E051FBA80}" srcOrd="4" destOrd="0" presId="urn:microsoft.com/office/officeart/2005/8/layout/chevron1"/>
    <dgm:cxn modelId="{221F7DD9-5A0C-4E3B-A2D3-CD60980FDE4C}" type="presParOf" srcId="{0B2B98CE-D65A-451A-A752-6A5FEB4BA85E}" destId="{D491F141-CD01-43AE-A2A4-B482358B6B71}" srcOrd="5" destOrd="0" presId="urn:microsoft.com/office/officeart/2005/8/layout/chevron1"/>
    <dgm:cxn modelId="{67F6DEFA-D863-4744-9267-7DF863C2686D}" type="presParOf" srcId="{0B2B98CE-D65A-451A-A752-6A5FEB4BA85E}" destId="{42AF0FBB-4AC0-4D69-959F-2C9D8440E85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8578ABB-FD14-4D66-AB60-82ED020B6A86}" type="doc">
      <dgm:prSet loTypeId="urn:microsoft.com/office/officeart/2005/8/layout/chevron1" loCatId="process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3DA6713-C474-4C39-8CA6-B3F3FC393570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14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Community Movement:</a:t>
          </a:r>
          <a:r>
            <a:rPr lang="en-US" sz="14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Social sharing creates ripple effect, amplifying environmental awareness</a:t>
          </a:r>
          <a:endParaRPr lang="en-IN" sz="1400" dirty="0">
            <a:latin typeface="Gill Sans MT" panose="020B0502020104020203" pitchFamily="34" charset="0"/>
          </a:endParaRPr>
        </a:p>
      </dgm:t>
    </dgm:pt>
    <dgm:pt modelId="{35EB6EB7-042E-4B5D-9D83-E9CD0B5D5693}" type="parTrans" cxnId="{EA83BC8B-BDFF-456B-B130-F64AE5122A50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D098AE45-74FD-4EEE-8ADF-612357C2338D}" type="sibTrans" cxnId="{EA83BC8B-BDFF-456B-B130-F64AE5122A50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B389A45B-9338-4A27-9381-42A86FC324A1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14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Habit Formation:</a:t>
          </a:r>
          <a:r>
            <a:rPr lang="en-US" sz="14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Streak systems and badges build long-term eco-friendly routines</a:t>
          </a:r>
          <a:endParaRPr lang="en-IN" sz="1400" dirty="0">
            <a:latin typeface="Gill Sans MT" panose="020B0502020104020203" pitchFamily="34" charset="0"/>
          </a:endParaRPr>
        </a:p>
      </dgm:t>
    </dgm:pt>
    <dgm:pt modelId="{8385236B-0DAF-485E-9B81-E2886C4F5E2C}" type="parTrans" cxnId="{92C70D8C-9A99-4CB1-8499-74CC6072FF76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7FF54880-B992-40BF-84AD-B3C34C1C6245}" type="sibTrans" cxnId="{92C70D8C-9A99-4CB1-8499-74CC6072FF76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8F7C3AC2-8C23-4AF0-9E13-FC1C829C69C8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14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Recognition &amp; Motivation:</a:t>
          </a:r>
          <a:r>
            <a:rPr lang="en-US" sz="14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Achievement certificates provide tangible validation of progress</a:t>
          </a:r>
          <a:endParaRPr lang="en-IN" sz="1400" dirty="0">
            <a:latin typeface="Gill Sans MT" panose="020B0502020104020203" pitchFamily="34" charset="0"/>
          </a:endParaRPr>
        </a:p>
      </dgm:t>
    </dgm:pt>
    <dgm:pt modelId="{AE19A592-8534-4C1B-8D26-173B0C3828A3}" type="parTrans" cxnId="{84F6EDD8-EB5E-405C-BF14-06A6E1C435BD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725F3E8D-E4D3-4E91-B414-B129B2C2E2FF}" type="sibTrans" cxnId="{84F6EDD8-EB5E-405C-BF14-06A6E1C435BD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A992A960-C46D-4DF8-8412-95609F5EE56B}">
      <dgm:prSet custT="1"/>
      <dgm:spPr/>
      <dgm:t>
        <a:bodyPr/>
        <a:lstStyle/>
        <a:p>
          <a:pPr>
            <a:buSzPct val="100000"/>
            <a:buChar char="•"/>
          </a:pPr>
          <a:r>
            <a:rPr lang="en-US" sz="1400" b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Marketplace Incentives:</a:t>
          </a:r>
          <a:r>
            <a:rPr lang="en-US" sz="14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Reward system connects sustainability with real-world benefits</a:t>
          </a:r>
          <a:endParaRPr lang="en-IN" sz="1400" dirty="0">
            <a:latin typeface="Gill Sans MT" panose="020B0502020104020203" pitchFamily="34" charset="0"/>
          </a:endParaRPr>
        </a:p>
      </dgm:t>
    </dgm:pt>
    <dgm:pt modelId="{51E1E4D0-B1B2-4941-BC87-7C4DECDB46BE}" type="parTrans" cxnId="{A538AF3E-D5F6-4938-A85D-696B79E116E9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2A178F35-EC61-4957-B1B4-52885A25844C}" type="sibTrans" cxnId="{A538AF3E-D5F6-4938-A85D-696B79E116E9}">
      <dgm:prSet/>
      <dgm:spPr/>
      <dgm:t>
        <a:bodyPr/>
        <a:lstStyle/>
        <a:p>
          <a:endParaRPr lang="en-IN" sz="1400">
            <a:latin typeface="Gill Sans MT" panose="020B0502020104020203" pitchFamily="34" charset="0"/>
          </a:endParaRPr>
        </a:p>
      </dgm:t>
    </dgm:pt>
    <dgm:pt modelId="{2750D734-6C47-42B3-8D26-D3E5C1950500}" type="pres">
      <dgm:prSet presAssocID="{68578ABB-FD14-4D66-AB60-82ED020B6A86}" presName="Name0" presStyleCnt="0">
        <dgm:presLayoutVars>
          <dgm:dir/>
          <dgm:animLvl val="lvl"/>
          <dgm:resizeHandles val="exact"/>
        </dgm:presLayoutVars>
      </dgm:prSet>
      <dgm:spPr/>
    </dgm:pt>
    <dgm:pt modelId="{60FE99DF-8742-4FBB-A202-F78FF0BEAB3D}" type="pres">
      <dgm:prSet presAssocID="{13DA6713-C474-4C39-8CA6-B3F3FC393570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2BBA163-2A74-4CA1-99FE-3282F77B5722}" type="pres">
      <dgm:prSet presAssocID="{D098AE45-74FD-4EEE-8ADF-612357C2338D}" presName="parTxOnlySpace" presStyleCnt="0"/>
      <dgm:spPr/>
    </dgm:pt>
    <dgm:pt modelId="{4F99F386-B412-4358-A43D-15A22EA76D25}" type="pres">
      <dgm:prSet presAssocID="{B389A45B-9338-4A27-9381-42A86FC324A1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736837F-FA4D-4629-AB99-07C66752540B}" type="pres">
      <dgm:prSet presAssocID="{7FF54880-B992-40BF-84AD-B3C34C1C6245}" presName="parTxOnlySpace" presStyleCnt="0"/>
      <dgm:spPr/>
    </dgm:pt>
    <dgm:pt modelId="{F20B0697-6204-431A-9B97-65977B71F746}" type="pres">
      <dgm:prSet presAssocID="{8F7C3AC2-8C23-4AF0-9E13-FC1C829C69C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F7F6D47-EC33-45E3-AE16-AB5279F68EDC}" type="pres">
      <dgm:prSet presAssocID="{725F3E8D-E4D3-4E91-B414-B129B2C2E2FF}" presName="parTxOnlySpace" presStyleCnt="0"/>
      <dgm:spPr/>
    </dgm:pt>
    <dgm:pt modelId="{95050089-A668-4DDD-A940-C777DCD1FB59}" type="pres">
      <dgm:prSet presAssocID="{A992A960-C46D-4DF8-8412-95609F5EE56B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538AF3E-D5F6-4938-A85D-696B79E116E9}" srcId="{68578ABB-FD14-4D66-AB60-82ED020B6A86}" destId="{A992A960-C46D-4DF8-8412-95609F5EE56B}" srcOrd="3" destOrd="0" parTransId="{51E1E4D0-B1B2-4941-BC87-7C4DECDB46BE}" sibTransId="{2A178F35-EC61-4957-B1B4-52885A25844C}"/>
    <dgm:cxn modelId="{EA83BC8B-BDFF-456B-B130-F64AE5122A50}" srcId="{68578ABB-FD14-4D66-AB60-82ED020B6A86}" destId="{13DA6713-C474-4C39-8CA6-B3F3FC393570}" srcOrd="0" destOrd="0" parTransId="{35EB6EB7-042E-4B5D-9D83-E9CD0B5D5693}" sibTransId="{D098AE45-74FD-4EEE-8ADF-612357C2338D}"/>
    <dgm:cxn modelId="{92C70D8C-9A99-4CB1-8499-74CC6072FF76}" srcId="{68578ABB-FD14-4D66-AB60-82ED020B6A86}" destId="{B389A45B-9338-4A27-9381-42A86FC324A1}" srcOrd="1" destOrd="0" parTransId="{8385236B-0DAF-485E-9B81-E2886C4F5E2C}" sibTransId="{7FF54880-B992-40BF-84AD-B3C34C1C6245}"/>
    <dgm:cxn modelId="{55FDF38D-7241-42CD-9CF3-1A32195B9062}" type="presOf" srcId="{B389A45B-9338-4A27-9381-42A86FC324A1}" destId="{4F99F386-B412-4358-A43D-15A22EA76D25}" srcOrd="0" destOrd="0" presId="urn:microsoft.com/office/officeart/2005/8/layout/chevron1"/>
    <dgm:cxn modelId="{EB7B7292-B458-4196-8968-371CA58EDF45}" type="presOf" srcId="{13DA6713-C474-4C39-8CA6-B3F3FC393570}" destId="{60FE99DF-8742-4FBB-A202-F78FF0BEAB3D}" srcOrd="0" destOrd="0" presId="urn:microsoft.com/office/officeart/2005/8/layout/chevron1"/>
    <dgm:cxn modelId="{D3E94E9B-A88B-47FD-9088-9CBD52D70F01}" type="presOf" srcId="{68578ABB-FD14-4D66-AB60-82ED020B6A86}" destId="{2750D734-6C47-42B3-8D26-D3E5C1950500}" srcOrd="0" destOrd="0" presId="urn:microsoft.com/office/officeart/2005/8/layout/chevron1"/>
    <dgm:cxn modelId="{BD2569A4-46CC-4C00-94AF-442F5ED4590A}" type="presOf" srcId="{8F7C3AC2-8C23-4AF0-9E13-FC1C829C69C8}" destId="{F20B0697-6204-431A-9B97-65977B71F746}" srcOrd="0" destOrd="0" presId="urn:microsoft.com/office/officeart/2005/8/layout/chevron1"/>
    <dgm:cxn modelId="{84F6EDD8-EB5E-405C-BF14-06A6E1C435BD}" srcId="{68578ABB-FD14-4D66-AB60-82ED020B6A86}" destId="{8F7C3AC2-8C23-4AF0-9E13-FC1C829C69C8}" srcOrd="2" destOrd="0" parTransId="{AE19A592-8534-4C1B-8D26-173B0C3828A3}" sibTransId="{725F3E8D-E4D3-4E91-B414-B129B2C2E2FF}"/>
    <dgm:cxn modelId="{BC6EF6EB-8BD8-47B5-B748-A218F49E58D7}" type="presOf" srcId="{A992A960-C46D-4DF8-8412-95609F5EE56B}" destId="{95050089-A668-4DDD-A940-C777DCD1FB59}" srcOrd="0" destOrd="0" presId="urn:microsoft.com/office/officeart/2005/8/layout/chevron1"/>
    <dgm:cxn modelId="{720D22BF-5568-401C-81A7-FDB63777F76B}" type="presParOf" srcId="{2750D734-6C47-42B3-8D26-D3E5C1950500}" destId="{60FE99DF-8742-4FBB-A202-F78FF0BEAB3D}" srcOrd="0" destOrd="0" presId="urn:microsoft.com/office/officeart/2005/8/layout/chevron1"/>
    <dgm:cxn modelId="{CB7B80CA-D0C5-4376-AF4F-D6CBAD652A85}" type="presParOf" srcId="{2750D734-6C47-42B3-8D26-D3E5C1950500}" destId="{52BBA163-2A74-4CA1-99FE-3282F77B5722}" srcOrd="1" destOrd="0" presId="urn:microsoft.com/office/officeart/2005/8/layout/chevron1"/>
    <dgm:cxn modelId="{7FE10DB8-98B2-454A-89D4-4167B6F08C33}" type="presParOf" srcId="{2750D734-6C47-42B3-8D26-D3E5C1950500}" destId="{4F99F386-B412-4358-A43D-15A22EA76D25}" srcOrd="2" destOrd="0" presId="urn:microsoft.com/office/officeart/2005/8/layout/chevron1"/>
    <dgm:cxn modelId="{2A02991D-E7D8-4629-BDA5-7207E382985F}" type="presParOf" srcId="{2750D734-6C47-42B3-8D26-D3E5C1950500}" destId="{E736837F-FA4D-4629-AB99-07C66752540B}" srcOrd="3" destOrd="0" presId="urn:microsoft.com/office/officeart/2005/8/layout/chevron1"/>
    <dgm:cxn modelId="{00EB03E9-78C7-4454-BE09-C02F98EEA6E8}" type="presParOf" srcId="{2750D734-6C47-42B3-8D26-D3E5C1950500}" destId="{F20B0697-6204-431A-9B97-65977B71F746}" srcOrd="4" destOrd="0" presId="urn:microsoft.com/office/officeart/2005/8/layout/chevron1"/>
    <dgm:cxn modelId="{A9DA566F-B9EA-488B-AFD3-F7B445143529}" type="presParOf" srcId="{2750D734-6C47-42B3-8D26-D3E5C1950500}" destId="{DF7F6D47-EC33-45E3-AE16-AB5279F68EDC}" srcOrd="5" destOrd="0" presId="urn:microsoft.com/office/officeart/2005/8/layout/chevron1"/>
    <dgm:cxn modelId="{87DD6738-46EE-400B-AF14-2AC1B6BD8993}" type="presParOf" srcId="{2750D734-6C47-42B3-8D26-D3E5C1950500}" destId="{95050089-A668-4DDD-A940-C777DCD1FB5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66B7CE8-0F68-43B3-A37A-7588452D4256}" type="doc">
      <dgm:prSet loTypeId="urn:microsoft.com/office/officeart/2005/8/layout/target1" loCatId="relationship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IN"/>
        </a:p>
      </dgm:t>
    </dgm:pt>
    <dgm:pt modelId="{7B8D66D2-6A5C-4EEB-9264-3B0A8EB141D9}">
      <dgm:prSet phldrT="[Text]" custT="1"/>
      <dgm:spPr/>
      <dgm:t>
        <a:bodyPr/>
        <a:lstStyle/>
        <a:p>
          <a:pPr>
            <a:buNone/>
          </a:pPr>
          <a:r>
            <a:rPr lang="en-US" sz="22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Short-term (3-6 months)</a:t>
          </a:r>
          <a:endParaRPr lang="en-IN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585D767E-DF0E-420D-B2E1-5F9D2176D772}" type="parTrans" cxnId="{4AD94EE3-09E4-42B4-A24F-08014214ED55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63D436F2-7473-4785-89BD-6021D4CF7921}" type="sibTrans" cxnId="{4AD94EE3-09E4-42B4-A24F-08014214ED55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C9E51AE6-CE6E-4176-A257-B14E9A54D7FF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2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Mobile PWA deployment</a:t>
          </a:r>
          <a:endParaRPr lang="en-IN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46B23BD9-108E-448A-8103-CAC8B2568671}" type="parTrans" cxnId="{B8DADE7E-8FE1-48D5-8BC6-2D4A380E5BC2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81A9DC5D-AD26-4158-A2C6-07389E18CE17}" type="sibTrans" cxnId="{B8DADE7E-8FE1-48D5-8BC6-2D4A380E5BC2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15003DF8-2EBA-4D20-86B3-97011B9F159E}">
      <dgm:prSet phldrT="[Text]" custT="1"/>
      <dgm:spPr/>
      <dgm:t>
        <a:bodyPr/>
        <a:lstStyle/>
        <a:p>
          <a:pPr>
            <a:buNone/>
          </a:pPr>
          <a:r>
            <a:rPr lang="en-US" sz="2200" b="1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Long-term (6-12 months)</a:t>
          </a:r>
          <a:endParaRPr lang="en-IN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2AD9176F-50F4-4466-BD38-491743346752}" type="parTrans" cxnId="{1105C440-51B7-44B4-823E-54F20DA6A3D1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1EDB55E1-66AA-4CAA-825C-BFE284D10E76}" type="sibTrans" cxnId="{1105C440-51B7-44B4-823E-54F20DA6A3D1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A1E64A52-24F7-440C-82CD-35941B7C9226}">
      <dgm:prSet phldrT="[Text]" custT="1"/>
      <dgm:spPr/>
      <dgm:t>
        <a:bodyPr/>
        <a:lstStyle/>
        <a:p>
          <a:pPr>
            <a:buSzPct val="100000"/>
            <a:buChar char="•"/>
          </a:pPr>
          <a:r>
            <a:rPr lang="en-US" sz="2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Carbon offset marketplace integration</a:t>
          </a:r>
          <a:endParaRPr lang="en-IN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35C9DFBC-8C7D-41B0-91E0-CC44C17A56C7}" type="parTrans" cxnId="{33E63052-7D5A-4637-8145-CE4509F98F91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81056207-E752-4A69-844D-DA8AFEC29244}" type="sibTrans" cxnId="{33E63052-7D5A-4637-8145-CE4509F98F91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0673461D-B8CA-4677-80D1-45487D14CE0E}">
      <dgm:prSet custT="1"/>
      <dgm:spPr/>
      <dgm:t>
        <a:bodyPr/>
        <a:lstStyle/>
        <a:p>
          <a:r>
            <a:rPr lang="en-US" sz="2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Corporate partnership program</a:t>
          </a:r>
          <a:endParaRPr lang="en-US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D6E4317D-5626-432D-997F-3497A81C4F5C}" type="parTrans" cxnId="{1388C194-C548-4494-BAD8-1DC386F13CB1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10C5EFC9-D973-43F6-B45E-C9FA101329B8}" type="sibTrans" cxnId="{1388C194-C548-4494-BAD8-1DC386F13CB1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F5EA68AE-4CC6-4285-8C01-506D71B0A204}">
      <dgm:prSet custT="1"/>
      <dgm:spPr/>
      <dgm:t>
        <a:bodyPr/>
        <a:lstStyle/>
        <a:p>
          <a:r>
            <a:rPr lang="en-US" sz="2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Enhanced AI recommendation engine</a:t>
          </a:r>
          <a:endParaRPr lang="en-US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66DC55D9-13E4-4F0A-AAE1-9D4496FA8665}" type="parTrans" cxnId="{79E4E651-5B13-4694-BCDA-093ED2C6D512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0B18E39E-936D-40B1-A85F-A1A9BC815503}" type="sibTrans" cxnId="{79E4E651-5B13-4694-BCDA-093ED2C6D512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25985A59-A772-4366-8BAE-C65D363FBAC5}">
      <dgm:prSet custT="1"/>
      <dgm:spPr/>
      <dgm:t>
        <a:bodyPr/>
        <a:lstStyle/>
        <a:p>
          <a:r>
            <a:rPr lang="en-US" sz="2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Integration with smart home devices</a:t>
          </a:r>
          <a:endParaRPr lang="en-IN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7C9770FA-72E8-4CC8-A462-3F456F14F746}" type="parTrans" cxnId="{C70048E5-8D31-4B73-9284-EC0476B2B2A3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D49F1BFF-3113-4F52-82C2-92851B472C0A}" type="sibTrans" cxnId="{C70048E5-8D31-4B73-9284-EC0476B2B2A3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E7E77AB9-D158-4E89-9ED9-DCBB246F5770}">
      <dgm:prSet custT="1"/>
      <dgm:spPr/>
      <dgm:t>
        <a:bodyPr/>
        <a:lstStyle/>
        <a:p>
          <a:r>
            <a:rPr lang="en-US" sz="2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B2B enterprise solutions</a:t>
          </a:r>
          <a:endParaRPr lang="en-US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380FFD83-8759-401D-B6D6-7CC83D546485}" type="parTrans" cxnId="{E05EA94F-5B8A-4D7E-B6BA-5F8956EBFC75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34E4802A-E450-48D3-9FB3-95F93A2E14AF}" type="sibTrans" cxnId="{E05EA94F-5B8A-4D7E-B6BA-5F8956EBFC75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D2D7E514-A3F8-4495-ACC2-D83859A7FE75}">
      <dgm:prSet custT="1"/>
      <dgm:spPr/>
      <dgm:t>
        <a:bodyPr/>
        <a:lstStyle/>
        <a:p>
          <a:r>
            <a:rPr lang="en-US" sz="2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Global expansion and localization</a:t>
          </a:r>
          <a:endParaRPr lang="en-US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9155D16C-9139-4738-BFD7-B9AB352D1C87}" type="parTrans" cxnId="{AFAD5746-8C4D-4635-8DF2-31F2EAEEFF6D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7E76EDEF-1DB6-428C-B208-92A2B80A1FCE}" type="sibTrans" cxnId="{AFAD5746-8C4D-4635-8DF2-31F2EAEEFF6D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248D8425-AF18-42E1-A4CD-196A41A4C106}">
      <dgm:prSet custT="1"/>
      <dgm:spPr/>
      <dgm:t>
        <a:bodyPr/>
        <a:lstStyle/>
        <a:p>
          <a:r>
            <a:rPr lang="en-US" sz="2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Research partnerships with universities</a:t>
          </a:r>
          <a:endParaRPr lang="en-IN" sz="2200" dirty="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CBE53E04-4CB5-495B-9F4D-9ED51C94B8B8}" type="parTrans" cxnId="{F60A2373-428A-441B-84BE-23C18D5107C9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17F6A19C-CDA3-402E-B027-4CC48CCEC43D}" type="sibTrans" cxnId="{F60A2373-428A-441B-84BE-23C18D5107C9}">
      <dgm:prSet/>
      <dgm:spPr/>
      <dgm:t>
        <a:bodyPr/>
        <a:lstStyle/>
        <a:p>
          <a:endParaRPr lang="en-IN" sz="2200">
            <a:solidFill>
              <a:schemeClr val="bg1"/>
            </a:solidFill>
            <a:latin typeface="Gill Sans MT" panose="020B0502020104020203" pitchFamily="34" charset="0"/>
          </a:endParaRPr>
        </a:p>
      </dgm:t>
    </dgm:pt>
    <dgm:pt modelId="{E3FC223C-BDD2-480A-9406-F70D279B21A2}" type="pres">
      <dgm:prSet presAssocID="{B66B7CE8-0F68-43B3-A37A-7588452D4256}" presName="composite" presStyleCnt="0">
        <dgm:presLayoutVars>
          <dgm:chMax val="5"/>
          <dgm:dir/>
          <dgm:resizeHandles val="exact"/>
        </dgm:presLayoutVars>
      </dgm:prSet>
      <dgm:spPr/>
    </dgm:pt>
    <dgm:pt modelId="{1A5F23B2-25B6-44AF-8755-F4DF945B3193}" type="pres">
      <dgm:prSet presAssocID="{7B8D66D2-6A5C-4EEB-9264-3B0A8EB141D9}" presName="circle1" presStyleLbl="lnNode1" presStyleIdx="0" presStyleCnt="2" custLinFactNeighborX="-44031" custLinFactNeighborY="5944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chemeClr val="accent6">
            <a:lumMod val="75000"/>
          </a:schemeClr>
        </a:solidFill>
      </dgm:spPr>
    </dgm:pt>
    <dgm:pt modelId="{61715401-5BFC-49FC-9D09-17E8FE00CA94}" type="pres">
      <dgm:prSet presAssocID="{7B8D66D2-6A5C-4EEB-9264-3B0A8EB141D9}" presName="text1" presStyleLbl="revTx" presStyleIdx="0" presStyleCnt="2" custScaleX="237654" custLinFactNeighborX="17734" custLinFactNeighborY="7304">
        <dgm:presLayoutVars>
          <dgm:bulletEnabled val="1"/>
        </dgm:presLayoutVars>
      </dgm:prSet>
      <dgm:spPr/>
    </dgm:pt>
    <dgm:pt modelId="{3A2C8B10-6F66-49B6-B297-61661AA866BF}" type="pres">
      <dgm:prSet presAssocID="{7B8D66D2-6A5C-4EEB-9264-3B0A8EB141D9}" presName="line1" presStyleLbl="callout" presStyleIdx="0" presStyleCnt="4"/>
      <dgm:spPr/>
    </dgm:pt>
    <dgm:pt modelId="{E8ABC866-A91D-4C86-9F06-2170AA01B65E}" type="pres">
      <dgm:prSet presAssocID="{7B8D66D2-6A5C-4EEB-9264-3B0A8EB141D9}" presName="d1" presStyleLbl="callout" presStyleIdx="1" presStyleCnt="4" custScaleX="103909" custScaleY="102243" custLinFactNeighborX="-34341" custLinFactNeighborY="6641"/>
      <dgm:spPr>
        <a:ln>
          <a:solidFill>
            <a:srgbClr val="E88ECE"/>
          </a:solidFill>
        </a:ln>
      </dgm:spPr>
    </dgm:pt>
    <dgm:pt modelId="{71B3C944-0DC7-464E-A2D2-66F1406DEDDC}" type="pres">
      <dgm:prSet presAssocID="{15003DF8-2EBA-4D20-86B3-97011B9F159E}" presName="circle2" presStyleLbl="lnNode1" presStyleIdx="1" presStyleCnt="2" custScaleX="67497" custScaleY="69979" custLinFactNeighborX="-16540" custLinFactNeighborY="2147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FFC000"/>
        </a:solidFill>
      </dgm:spPr>
    </dgm:pt>
    <dgm:pt modelId="{0F1FAA47-0D21-4151-B0AC-2F9D212774B9}" type="pres">
      <dgm:prSet presAssocID="{15003DF8-2EBA-4D20-86B3-97011B9F159E}" presName="text2" presStyleLbl="revTx" presStyleIdx="1" presStyleCnt="2" custScaleX="208584" custLinFactNeighborX="10818" custLinFactNeighborY="37416">
        <dgm:presLayoutVars>
          <dgm:bulletEnabled val="1"/>
        </dgm:presLayoutVars>
      </dgm:prSet>
      <dgm:spPr/>
    </dgm:pt>
    <dgm:pt modelId="{C5C1A5D7-E9F3-41C2-BAA3-95713FE23980}" type="pres">
      <dgm:prSet presAssocID="{15003DF8-2EBA-4D20-86B3-97011B9F159E}" presName="line2" presStyleLbl="callout" presStyleIdx="2" presStyleCnt="4" custFlipVert="1" custFlipHor="1" custSzY="45720" custScaleX="40053" custLinFactX="500000" custLinFactY="6374228" custLinFactNeighborX="525246" custLinFactNeighborY="6400000"/>
      <dgm:spPr>
        <a:ln>
          <a:solidFill>
            <a:srgbClr val="E88ECE"/>
          </a:solidFill>
        </a:ln>
      </dgm:spPr>
    </dgm:pt>
    <dgm:pt modelId="{3480D023-44F5-4E94-9154-B18BC59C26E1}" type="pres">
      <dgm:prSet presAssocID="{15003DF8-2EBA-4D20-86B3-97011B9F159E}" presName="d2" presStyleLbl="callout" presStyleIdx="3" presStyleCnt="4" custScaleX="171926" custScaleY="130002" custLinFactNeighborX="-89015" custLinFactNeighborY="15940"/>
      <dgm:spPr>
        <a:ln>
          <a:solidFill>
            <a:srgbClr val="E88ECE"/>
          </a:solidFill>
        </a:ln>
      </dgm:spPr>
    </dgm:pt>
  </dgm:ptLst>
  <dgm:cxnLst>
    <dgm:cxn modelId="{B946B604-0620-44F7-888A-5E0DCA6CEE9A}" type="presOf" srcId="{C9E51AE6-CE6E-4176-A257-B14E9A54D7FF}" destId="{61715401-5BFC-49FC-9D09-17E8FE00CA94}" srcOrd="0" destOrd="1" presId="urn:microsoft.com/office/officeart/2005/8/layout/target1"/>
    <dgm:cxn modelId="{427D8C31-3088-483D-98B5-76EECE8B3515}" type="presOf" srcId="{B66B7CE8-0F68-43B3-A37A-7588452D4256}" destId="{E3FC223C-BDD2-480A-9406-F70D279B21A2}" srcOrd="0" destOrd="0" presId="urn:microsoft.com/office/officeart/2005/8/layout/target1"/>
    <dgm:cxn modelId="{9C888B3F-DC95-4859-A828-FA3F5E1B0911}" type="presOf" srcId="{F5EA68AE-4CC6-4285-8C01-506D71B0A204}" destId="{61715401-5BFC-49FC-9D09-17E8FE00CA94}" srcOrd="0" destOrd="3" presId="urn:microsoft.com/office/officeart/2005/8/layout/target1"/>
    <dgm:cxn modelId="{1105C440-51B7-44B4-823E-54F20DA6A3D1}" srcId="{B66B7CE8-0F68-43B3-A37A-7588452D4256}" destId="{15003DF8-2EBA-4D20-86B3-97011B9F159E}" srcOrd="1" destOrd="0" parTransId="{2AD9176F-50F4-4466-BD38-491743346752}" sibTransId="{1EDB55E1-66AA-4CAA-825C-BFE284D10E76}"/>
    <dgm:cxn modelId="{AAABC45F-5513-4B26-A8CE-272AECE7BD87}" type="presOf" srcId="{A1E64A52-24F7-440C-82CD-35941B7C9226}" destId="{0F1FAA47-0D21-4151-B0AC-2F9D212774B9}" srcOrd="0" destOrd="1" presId="urn:microsoft.com/office/officeart/2005/8/layout/target1"/>
    <dgm:cxn modelId="{B5B0B041-E0BE-4A1B-B9B8-E64089C874A5}" type="presOf" srcId="{248D8425-AF18-42E1-A4CD-196A41A4C106}" destId="{0F1FAA47-0D21-4151-B0AC-2F9D212774B9}" srcOrd="0" destOrd="4" presId="urn:microsoft.com/office/officeart/2005/8/layout/target1"/>
    <dgm:cxn modelId="{AFAD5746-8C4D-4635-8DF2-31F2EAEEFF6D}" srcId="{15003DF8-2EBA-4D20-86B3-97011B9F159E}" destId="{D2D7E514-A3F8-4495-ACC2-D83859A7FE75}" srcOrd="2" destOrd="0" parTransId="{9155D16C-9139-4738-BFD7-B9AB352D1C87}" sibTransId="{7E76EDEF-1DB6-428C-B208-92A2B80A1FCE}"/>
    <dgm:cxn modelId="{E05EA94F-5B8A-4D7E-B6BA-5F8956EBFC75}" srcId="{15003DF8-2EBA-4D20-86B3-97011B9F159E}" destId="{E7E77AB9-D158-4E89-9ED9-DCBB246F5770}" srcOrd="1" destOrd="0" parTransId="{380FFD83-8759-401D-B6D6-7CC83D546485}" sibTransId="{34E4802A-E450-48D3-9FB3-95F93A2E14AF}"/>
    <dgm:cxn modelId="{BE872170-8818-44ED-9ACD-74D4AD642CA0}" type="presOf" srcId="{15003DF8-2EBA-4D20-86B3-97011B9F159E}" destId="{0F1FAA47-0D21-4151-B0AC-2F9D212774B9}" srcOrd="0" destOrd="0" presId="urn:microsoft.com/office/officeart/2005/8/layout/target1"/>
    <dgm:cxn modelId="{79E4E651-5B13-4694-BCDA-093ED2C6D512}" srcId="{7B8D66D2-6A5C-4EEB-9264-3B0A8EB141D9}" destId="{F5EA68AE-4CC6-4285-8C01-506D71B0A204}" srcOrd="2" destOrd="0" parTransId="{66DC55D9-13E4-4F0A-AAE1-9D4496FA8665}" sibTransId="{0B18E39E-936D-40B1-A85F-A1A9BC815503}"/>
    <dgm:cxn modelId="{33E63052-7D5A-4637-8145-CE4509F98F91}" srcId="{15003DF8-2EBA-4D20-86B3-97011B9F159E}" destId="{A1E64A52-24F7-440C-82CD-35941B7C9226}" srcOrd="0" destOrd="0" parTransId="{35C9DFBC-8C7D-41B0-91E0-CC44C17A56C7}" sibTransId="{81056207-E752-4A69-844D-DA8AFEC29244}"/>
    <dgm:cxn modelId="{F60A2373-428A-441B-84BE-23C18D5107C9}" srcId="{15003DF8-2EBA-4D20-86B3-97011B9F159E}" destId="{248D8425-AF18-42E1-A4CD-196A41A4C106}" srcOrd="3" destOrd="0" parTransId="{CBE53E04-4CB5-495B-9F4D-9ED51C94B8B8}" sibTransId="{17F6A19C-CDA3-402E-B027-4CC48CCEC43D}"/>
    <dgm:cxn modelId="{B8DADE7E-8FE1-48D5-8BC6-2D4A380E5BC2}" srcId="{7B8D66D2-6A5C-4EEB-9264-3B0A8EB141D9}" destId="{C9E51AE6-CE6E-4176-A257-B14E9A54D7FF}" srcOrd="0" destOrd="0" parTransId="{46B23BD9-108E-448A-8103-CAC8B2568671}" sibTransId="{81A9DC5D-AD26-4158-A2C6-07389E18CE17}"/>
    <dgm:cxn modelId="{2C9A238F-D44E-48CE-801A-8C00E28C7317}" type="presOf" srcId="{25985A59-A772-4366-8BAE-C65D363FBAC5}" destId="{61715401-5BFC-49FC-9D09-17E8FE00CA94}" srcOrd="0" destOrd="4" presId="urn:microsoft.com/office/officeart/2005/8/layout/target1"/>
    <dgm:cxn modelId="{BCBB3991-7841-456C-87AE-E743800E82E3}" type="presOf" srcId="{7B8D66D2-6A5C-4EEB-9264-3B0A8EB141D9}" destId="{61715401-5BFC-49FC-9D09-17E8FE00CA94}" srcOrd="0" destOrd="0" presId="urn:microsoft.com/office/officeart/2005/8/layout/target1"/>
    <dgm:cxn modelId="{1388C194-C548-4494-BAD8-1DC386F13CB1}" srcId="{7B8D66D2-6A5C-4EEB-9264-3B0A8EB141D9}" destId="{0673461D-B8CA-4677-80D1-45487D14CE0E}" srcOrd="1" destOrd="0" parTransId="{D6E4317D-5626-432D-997F-3497A81C4F5C}" sibTransId="{10C5EFC9-D973-43F6-B45E-C9FA101329B8}"/>
    <dgm:cxn modelId="{703C4B9A-52AD-4ADF-BE63-A05A1954AE41}" type="presOf" srcId="{E7E77AB9-D158-4E89-9ED9-DCBB246F5770}" destId="{0F1FAA47-0D21-4151-B0AC-2F9D212774B9}" srcOrd="0" destOrd="2" presId="urn:microsoft.com/office/officeart/2005/8/layout/target1"/>
    <dgm:cxn modelId="{4AD94EE3-09E4-42B4-A24F-08014214ED55}" srcId="{B66B7CE8-0F68-43B3-A37A-7588452D4256}" destId="{7B8D66D2-6A5C-4EEB-9264-3B0A8EB141D9}" srcOrd="0" destOrd="0" parTransId="{585D767E-DF0E-420D-B2E1-5F9D2176D772}" sibTransId="{63D436F2-7473-4785-89BD-6021D4CF7921}"/>
    <dgm:cxn modelId="{C70048E5-8D31-4B73-9284-EC0476B2B2A3}" srcId="{7B8D66D2-6A5C-4EEB-9264-3B0A8EB141D9}" destId="{25985A59-A772-4366-8BAE-C65D363FBAC5}" srcOrd="3" destOrd="0" parTransId="{7C9770FA-72E8-4CC8-A462-3F456F14F746}" sibTransId="{D49F1BFF-3113-4F52-82C2-92851B472C0A}"/>
    <dgm:cxn modelId="{82A785F3-B805-4F54-8898-0D8F6EC2635B}" type="presOf" srcId="{0673461D-B8CA-4677-80D1-45487D14CE0E}" destId="{61715401-5BFC-49FC-9D09-17E8FE00CA94}" srcOrd="0" destOrd="2" presId="urn:microsoft.com/office/officeart/2005/8/layout/target1"/>
    <dgm:cxn modelId="{AEC465FD-DD75-430D-BE37-81D4FD019C1F}" type="presOf" srcId="{D2D7E514-A3F8-4495-ACC2-D83859A7FE75}" destId="{0F1FAA47-0D21-4151-B0AC-2F9D212774B9}" srcOrd="0" destOrd="3" presId="urn:microsoft.com/office/officeart/2005/8/layout/target1"/>
    <dgm:cxn modelId="{32859D3F-71FC-4F97-B78D-5CED417DA940}" type="presParOf" srcId="{E3FC223C-BDD2-480A-9406-F70D279B21A2}" destId="{1A5F23B2-25B6-44AF-8755-F4DF945B3193}" srcOrd="0" destOrd="0" presId="urn:microsoft.com/office/officeart/2005/8/layout/target1"/>
    <dgm:cxn modelId="{F16EA3B5-CD38-4683-A394-801CF31D983F}" type="presParOf" srcId="{E3FC223C-BDD2-480A-9406-F70D279B21A2}" destId="{61715401-5BFC-49FC-9D09-17E8FE00CA94}" srcOrd="1" destOrd="0" presId="urn:microsoft.com/office/officeart/2005/8/layout/target1"/>
    <dgm:cxn modelId="{5EFD9788-9CE0-47F5-B407-77E0CC8A905F}" type="presParOf" srcId="{E3FC223C-BDD2-480A-9406-F70D279B21A2}" destId="{3A2C8B10-6F66-49B6-B297-61661AA866BF}" srcOrd="2" destOrd="0" presId="urn:microsoft.com/office/officeart/2005/8/layout/target1"/>
    <dgm:cxn modelId="{301BA901-AD1A-4998-A3E9-9CA42165677B}" type="presParOf" srcId="{E3FC223C-BDD2-480A-9406-F70D279B21A2}" destId="{E8ABC866-A91D-4C86-9F06-2170AA01B65E}" srcOrd="3" destOrd="0" presId="urn:microsoft.com/office/officeart/2005/8/layout/target1"/>
    <dgm:cxn modelId="{08C27CC6-DEC9-4776-8FAF-AA0AE087DFE0}" type="presParOf" srcId="{E3FC223C-BDD2-480A-9406-F70D279B21A2}" destId="{71B3C944-0DC7-464E-A2D2-66F1406DEDDC}" srcOrd="4" destOrd="0" presId="urn:microsoft.com/office/officeart/2005/8/layout/target1"/>
    <dgm:cxn modelId="{383CD39E-E35A-476F-A0F8-C4D707D5C2AA}" type="presParOf" srcId="{E3FC223C-BDD2-480A-9406-F70D279B21A2}" destId="{0F1FAA47-0D21-4151-B0AC-2F9D212774B9}" srcOrd="5" destOrd="0" presId="urn:microsoft.com/office/officeart/2005/8/layout/target1"/>
    <dgm:cxn modelId="{F5183575-CAD3-4CB0-89D7-A1F63C2E57F6}" type="presParOf" srcId="{E3FC223C-BDD2-480A-9406-F70D279B21A2}" destId="{C5C1A5D7-E9F3-41C2-BAA3-95713FE23980}" srcOrd="6" destOrd="0" presId="urn:microsoft.com/office/officeart/2005/8/layout/target1"/>
    <dgm:cxn modelId="{2E3D419D-1080-45B7-91F1-B91C37AE4D0A}" type="presParOf" srcId="{E3FC223C-BDD2-480A-9406-F70D279B21A2}" destId="{3480D023-44F5-4E94-9154-B18BC59C26E1}" srcOrd="7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5B80C-8446-4A98-86DE-806805183FEF}">
      <dsp:nvSpPr>
        <dsp:cNvPr id="0" name=""/>
        <dsp:cNvSpPr/>
      </dsp:nvSpPr>
      <dsp:spPr>
        <a:xfrm>
          <a:off x="2114235" y="0"/>
          <a:ext cx="3029314" cy="3029622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D1F2A7-2ED6-4CA3-AB0A-15AD5ED1E029}">
      <dsp:nvSpPr>
        <dsp:cNvPr id="0" name=""/>
        <dsp:cNvSpPr/>
      </dsp:nvSpPr>
      <dsp:spPr>
        <a:xfrm>
          <a:off x="2783059" y="1096641"/>
          <a:ext cx="1690528" cy="84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kern="120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No accessible tools to measure daily carbon footprint</a:t>
          </a:r>
          <a:endParaRPr lang="en-IN" sz="2000" kern="1200" dirty="0">
            <a:solidFill>
              <a:schemeClr val="bg1"/>
            </a:solidFill>
            <a:latin typeface="Tw Cen MT" panose="020B0602020104020603" pitchFamily="34" charset="0"/>
          </a:endParaRPr>
        </a:p>
      </dsp:txBody>
      <dsp:txXfrm>
        <a:off x="2783059" y="1096641"/>
        <a:ext cx="1690528" cy="845177"/>
      </dsp:txXfrm>
    </dsp:sp>
    <dsp:sp modelId="{1AD45BE4-96C4-4300-B912-9BDD6358E8E7}">
      <dsp:nvSpPr>
        <dsp:cNvPr id="0" name=""/>
        <dsp:cNvSpPr/>
      </dsp:nvSpPr>
      <dsp:spPr>
        <a:xfrm>
          <a:off x="1136224" y="1727728"/>
          <a:ext cx="3029314" cy="302962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036AC7-E310-4D85-8B02-3E762FAB6865}">
      <dsp:nvSpPr>
        <dsp:cNvPr id="0" name=""/>
        <dsp:cNvSpPr/>
      </dsp:nvSpPr>
      <dsp:spPr>
        <a:xfrm>
          <a:off x="1677365" y="2706017"/>
          <a:ext cx="1690528" cy="84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kern="1200" dirty="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Limited understanding of how lifestyle choices affect the environment</a:t>
          </a:r>
          <a:endParaRPr lang="en-IN" sz="2000" kern="1200" dirty="0">
            <a:solidFill>
              <a:schemeClr val="bg1"/>
            </a:solidFill>
            <a:latin typeface="Tw Cen MT" panose="020B0602020104020603" pitchFamily="34" charset="0"/>
          </a:endParaRPr>
        </a:p>
      </dsp:txBody>
      <dsp:txXfrm>
        <a:off x="1677365" y="2706017"/>
        <a:ext cx="1690528" cy="845177"/>
      </dsp:txXfrm>
    </dsp:sp>
    <dsp:sp modelId="{7872A522-2BD4-472F-B1F6-22DADB4D369C}">
      <dsp:nvSpPr>
        <dsp:cNvPr id="0" name=""/>
        <dsp:cNvSpPr/>
      </dsp:nvSpPr>
      <dsp:spPr>
        <a:xfrm>
          <a:off x="2233014" y="3485304"/>
          <a:ext cx="3029314" cy="3029622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824978-F0A2-46F7-A992-A7678B2D11BC}">
      <dsp:nvSpPr>
        <dsp:cNvPr id="0" name=""/>
        <dsp:cNvSpPr/>
      </dsp:nvSpPr>
      <dsp:spPr>
        <a:xfrm>
          <a:off x="2815923" y="4525995"/>
          <a:ext cx="1690528" cy="84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kern="1200" dirty="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Lack of personalized, actionable insights for improvement</a:t>
          </a:r>
          <a:endParaRPr lang="en-IN" sz="2000" kern="1200" dirty="0">
            <a:solidFill>
              <a:schemeClr val="bg1"/>
            </a:solidFill>
            <a:latin typeface="Tw Cen MT" panose="020B0602020104020603" pitchFamily="34" charset="0"/>
          </a:endParaRPr>
        </a:p>
      </dsp:txBody>
      <dsp:txXfrm>
        <a:off x="2815923" y="4525995"/>
        <a:ext cx="1690528" cy="845177"/>
      </dsp:txXfrm>
    </dsp:sp>
    <dsp:sp modelId="{67042D76-19DD-4AFC-82D3-E94531C79607}">
      <dsp:nvSpPr>
        <dsp:cNvPr id="0" name=""/>
        <dsp:cNvSpPr/>
      </dsp:nvSpPr>
      <dsp:spPr>
        <a:xfrm>
          <a:off x="1334213" y="5478691"/>
          <a:ext cx="2602562" cy="2603820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005D79-1B73-4A14-9BC9-FB2BAA31A384}">
      <dsp:nvSpPr>
        <dsp:cNvPr id="0" name=""/>
        <dsp:cNvSpPr/>
      </dsp:nvSpPr>
      <dsp:spPr>
        <a:xfrm>
          <a:off x="1843697" y="6383084"/>
          <a:ext cx="1690528" cy="84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w Cen MT" panose="020B0602020104020603" pitchFamily="34" charset="0"/>
              <a:ea typeface="Arial" pitchFamily="34" charset="-122"/>
              <a:cs typeface="Arial" pitchFamily="34" charset="-120"/>
            </a:rPr>
            <a:t>Difficulty sustaining eco-friendly behaviors without feedback</a:t>
          </a:r>
          <a:endParaRPr lang="en-IN" sz="6600" kern="1200" dirty="0">
            <a:solidFill>
              <a:schemeClr val="bg1"/>
            </a:solidFill>
            <a:latin typeface="Tw Cen MT" panose="020B0602020104020603" pitchFamily="34" charset="0"/>
          </a:endParaRPr>
        </a:p>
      </dsp:txBody>
      <dsp:txXfrm>
        <a:off x="1843697" y="6383084"/>
        <a:ext cx="1690528" cy="845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E1376-6F45-4477-80D7-C445239956A3}">
      <dsp:nvSpPr>
        <dsp:cNvPr id="0" name=""/>
        <dsp:cNvSpPr/>
      </dsp:nvSpPr>
      <dsp:spPr>
        <a:xfrm>
          <a:off x="1012645" y="3342"/>
          <a:ext cx="6395609" cy="581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00B0F0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MEASURE</a:t>
          </a:r>
          <a:endParaRPr lang="en-IN" sz="2000" kern="1200" dirty="0">
            <a:solidFill>
              <a:srgbClr val="00B0F0"/>
            </a:solidFill>
            <a:latin typeface="Gill Sans MT" panose="020B0502020104020203" pitchFamily="34" charset="0"/>
          </a:endParaRPr>
        </a:p>
      </dsp:txBody>
      <dsp:txXfrm>
        <a:off x="1012645" y="3342"/>
        <a:ext cx="6395609" cy="581419"/>
      </dsp:txXfrm>
    </dsp:sp>
    <dsp:sp modelId="{29EEF2D7-4707-4070-A9BE-77EBD73D3A64}">
      <dsp:nvSpPr>
        <dsp:cNvPr id="0" name=""/>
        <dsp:cNvSpPr/>
      </dsp:nvSpPr>
      <dsp:spPr>
        <a:xfrm>
          <a:off x="1012645" y="584761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B973-FD9A-44BC-8ED3-7A38D24E4773}">
      <dsp:nvSpPr>
        <dsp:cNvPr id="0" name=""/>
        <dsp:cNvSpPr/>
      </dsp:nvSpPr>
      <dsp:spPr>
        <a:xfrm>
          <a:off x="1911583" y="584761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496694"/>
            <a:satOff val="1991"/>
            <a:lumOff val="431"/>
            <a:alphaOff val="0"/>
          </a:schemeClr>
        </a:solidFill>
        <a:ln w="25400" cap="flat" cmpd="sng" algn="ctr">
          <a:solidFill>
            <a:schemeClr val="accent5">
              <a:hueOff val="-496694"/>
              <a:satOff val="1991"/>
              <a:lumOff val="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672C7-A74A-465E-958C-A05FE916AC30}">
      <dsp:nvSpPr>
        <dsp:cNvPr id="0" name=""/>
        <dsp:cNvSpPr/>
      </dsp:nvSpPr>
      <dsp:spPr>
        <a:xfrm>
          <a:off x="2811232" y="584761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993388"/>
            <a:satOff val="3981"/>
            <a:lumOff val="863"/>
            <a:alphaOff val="0"/>
          </a:schemeClr>
        </a:solidFill>
        <a:ln w="25400" cap="flat" cmpd="sng" algn="ctr">
          <a:solidFill>
            <a:schemeClr val="accent5">
              <a:hueOff val="-993388"/>
              <a:satOff val="3981"/>
              <a:lumOff val="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65522-E2FA-4AEC-A32D-04DAFE503818}">
      <dsp:nvSpPr>
        <dsp:cNvPr id="0" name=""/>
        <dsp:cNvSpPr/>
      </dsp:nvSpPr>
      <dsp:spPr>
        <a:xfrm>
          <a:off x="3710171" y="584761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1490082"/>
            <a:satOff val="5972"/>
            <a:lumOff val="1294"/>
            <a:alphaOff val="0"/>
          </a:schemeClr>
        </a:solidFill>
        <a:ln w="25400" cap="flat" cmpd="sng" algn="ctr">
          <a:solidFill>
            <a:schemeClr val="accent5">
              <a:hueOff val="-1490082"/>
              <a:satOff val="5972"/>
              <a:lumOff val="1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42AD4-4409-4709-8C23-E2D3A1AE4D4A}">
      <dsp:nvSpPr>
        <dsp:cNvPr id="0" name=""/>
        <dsp:cNvSpPr/>
      </dsp:nvSpPr>
      <dsp:spPr>
        <a:xfrm>
          <a:off x="4609820" y="584761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49C38-7F3B-49E9-9233-CB69C1D60575}">
      <dsp:nvSpPr>
        <dsp:cNvPr id="0" name=""/>
        <dsp:cNvSpPr/>
      </dsp:nvSpPr>
      <dsp:spPr>
        <a:xfrm>
          <a:off x="5508758" y="584761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7F937-B84B-4E97-A87A-DA49E47A0311}">
      <dsp:nvSpPr>
        <dsp:cNvPr id="0" name=""/>
        <dsp:cNvSpPr/>
      </dsp:nvSpPr>
      <dsp:spPr>
        <a:xfrm>
          <a:off x="6408408" y="584761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2980163"/>
            <a:satOff val="11943"/>
            <a:lumOff val="2588"/>
            <a:alphaOff val="0"/>
          </a:schemeClr>
        </a:solidFill>
        <a:ln w="25400" cap="flat" cmpd="sng" algn="ctr">
          <a:solidFill>
            <a:schemeClr val="accent5">
              <a:hueOff val="-2980163"/>
              <a:satOff val="11943"/>
              <a:lumOff val="2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47369-420A-43E9-9C06-6DCD8C1E4291}">
      <dsp:nvSpPr>
        <dsp:cNvPr id="0" name=""/>
        <dsp:cNvSpPr/>
      </dsp:nvSpPr>
      <dsp:spPr>
        <a:xfrm>
          <a:off x="1012645" y="703199"/>
          <a:ext cx="6478752" cy="947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Calculate CO₂ emissions from travel, energy, diet, and lifestyle using validated emission algorithms</a:t>
          </a:r>
          <a:endParaRPr lang="en-IN" sz="2000" kern="1200" dirty="0">
            <a:latin typeface="Gill Sans MT" panose="020B0502020104020203" pitchFamily="34" charset="0"/>
          </a:endParaRPr>
        </a:p>
      </dsp:txBody>
      <dsp:txXfrm>
        <a:off x="1012645" y="703199"/>
        <a:ext cx="6478752" cy="947497"/>
      </dsp:txXfrm>
    </dsp:sp>
    <dsp:sp modelId="{8AE0073B-F844-48C5-BD90-0DBB658D8F71}">
      <dsp:nvSpPr>
        <dsp:cNvPr id="0" name=""/>
        <dsp:cNvSpPr/>
      </dsp:nvSpPr>
      <dsp:spPr>
        <a:xfrm>
          <a:off x="1012645" y="1856450"/>
          <a:ext cx="6395609" cy="581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92D050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UNDERSTAND</a:t>
          </a:r>
          <a:endParaRPr lang="en-IN" sz="2000" kern="1200" dirty="0">
            <a:solidFill>
              <a:srgbClr val="92D050"/>
            </a:solidFill>
            <a:latin typeface="Gill Sans MT" panose="020B0502020104020203" pitchFamily="34" charset="0"/>
          </a:endParaRPr>
        </a:p>
      </dsp:txBody>
      <dsp:txXfrm>
        <a:off x="1012645" y="1856450"/>
        <a:ext cx="6395609" cy="581419"/>
      </dsp:txXfrm>
    </dsp:sp>
    <dsp:sp modelId="{D046CD0A-CC89-471F-8A8C-1B398B355991}">
      <dsp:nvSpPr>
        <dsp:cNvPr id="0" name=""/>
        <dsp:cNvSpPr/>
      </dsp:nvSpPr>
      <dsp:spPr>
        <a:xfrm>
          <a:off x="1012645" y="2437869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3476857"/>
            <a:satOff val="13934"/>
            <a:lumOff val="3020"/>
            <a:alphaOff val="0"/>
          </a:schemeClr>
        </a:solidFill>
        <a:ln w="25400" cap="flat" cmpd="sng" algn="ctr">
          <a:solidFill>
            <a:schemeClr val="accent5">
              <a:hueOff val="-3476857"/>
              <a:satOff val="13934"/>
              <a:lumOff val="30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879C8-5F85-4429-A591-D3B2582D2FC9}">
      <dsp:nvSpPr>
        <dsp:cNvPr id="0" name=""/>
        <dsp:cNvSpPr/>
      </dsp:nvSpPr>
      <dsp:spPr>
        <a:xfrm>
          <a:off x="1911583" y="2437869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39C4D-325E-4216-9174-BA571D39DE1E}">
      <dsp:nvSpPr>
        <dsp:cNvPr id="0" name=""/>
        <dsp:cNvSpPr/>
      </dsp:nvSpPr>
      <dsp:spPr>
        <a:xfrm>
          <a:off x="2811232" y="2437869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4470244"/>
            <a:satOff val="17915"/>
            <a:lumOff val="3883"/>
            <a:alphaOff val="0"/>
          </a:schemeClr>
        </a:solidFill>
        <a:ln w="25400" cap="flat" cmpd="sng" algn="ctr">
          <a:solidFill>
            <a:schemeClr val="accent5">
              <a:hueOff val="-4470244"/>
              <a:satOff val="17915"/>
              <a:lumOff val="3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8C0D1-63C2-4AF3-B4A1-4D223FC8C4E9}">
      <dsp:nvSpPr>
        <dsp:cNvPr id="0" name=""/>
        <dsp:cNvSpPr/>
      </dsp:nvSpPr>
      <dsp:spPr>
        <a:xfrm>
          <a:off x="3710171" y="2437869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307F5-4B09-42CB-8F84-78C0180DDA38}">
      <dsp:nvSpPr>
        <dsp:cNvPr id="0" name=""/>
        <dsp:cNvSpPr/>
      </dsp:nvSpPr>
      <dsp:spPr>
        <a:xfrm>
          <a:off x="4609820" y="2437869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5463632"/>
            <a:satOff val="21896"/>
            <a:lumOff val="4745"/>
            <a:alphaOff val="0"/>
          </a:schemeClr>
        </a:solidFill>
        <a:ln w="25400" cap="flat" cmpd="sng" algn="ctr">
          <a:solidFill>
            <a:schemeClr val="accent5">
              <a:hueOff val="-5463632"/>
              <a:satOff val="21896"/>
              <a:lumOff val="4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A6DB5-730F-4EC7-BD1F-64C678E04FD5}">
      <dsp:nvSpPr>
        <dsp:cNvPr id="0" name=""/>
        <dsp:cNvSpPr/>
      </dsp:nvSpPr>
      <dsp:spPr>
        <a:xfrm>
          <a:off x="5508758" y="2437869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B61FA-A30F-4FF3-9C52-2679942377BE}">
      <dsp:nvSpPr>
        <dsp:cNvPr id="0" name=""/>
        <dsp:cNvSpPr/>
      </dsp:nvSpPr>
      <dsp:spPr>
        <a:xfrm>
          <a:off x="6408408" y="2437869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6457019"/>
            <a:satOff val="25877"/>
            <a:lumOff val="5608"/>
            <a:alphaOff val="0"/>
          </a:schemeClr>
        </a:solidFill>
        <a:ln w="25400" cap="flat" cmpd="sng" algn="ctr">
          <a:solidFill>
            <a:schemeClr val="accent5">
              <a:hueOff val="-6457019"/>
              <a:satOff val="25877"/>
              <a:lumOff val="5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BBF96-8CF7-41A5-9894-A6D8FB924E7C}">
      <dsp:nvSpPr>
        <dsp:cNvPr id="0" name=""/>
        <dsp:cNvSpPr/>
      </dsp:nvSpPr>
      <dsp:spPr>
        <a:xfrm>
          <a:off x="1012645" y="2556307"/>
          <a:ext cx="6478752" cy="947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AI-powered insights and demographic benchmarking via </a:t>
          </a:r>
          <a:r>
            <a:rPr lang="en-US" sz="2000" kern="1200" dirty="0" err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r>
            <a:rPr lang="en-US" sz="20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for personalized context</a:t>
          </a:r>
          <a:endParaRPr lang="en-IN" sz="2000" kern="1200" dirty="0">
            <a:latin typeface="Gill Sans MT" panose="020B0502020104020203" pitchFamily="34" charset="0"/>
          </a:endParaRPr>
        </a:p>
      </dsp:txBody>
      <dsp:txXfrm>
        <a:off x="1012645" y="2556307"/>
        <a:ext cx="6478752" cy="947497"/>
      </dsp:txXfrm>
    </dsp:sp>
    <dsp:sp modelId="{837696B5-F422-428D-9D58-46876D977368}">
      <dsp:nvSpPr>
        <dsp:cNvPr id="0" name=""/>
        <dsp:cNvSpPr/>
      </dsp:nvSpPr>
      <dsp:spPr>
        <a:xfrm>
          <a:off x="1012645" y="3709558"/>
          <a:ext cx="6395609" cy="581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FFFF00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IMPROVE</a:t>
          </a:r>
          <a:endParaRPr lang="en-IN" sz="2000" kern="1200" dirty="0">
            <a:solidFill>
              <a:srgbClr val="FFFF00"/>
            </a:solidFill>
            <a:latin typeface="Gill Sans MT" panose="020B0502020104020203" pitchFamily="34" charset="0"/>
          </a:endParaRPr>
        </a:p>
      </dsp:txBody>
      <dsp:txXfrm>
        <a:off x="1012645" y="3709558"/>
        <a:ext cx="6395609" cy="581419"/>
      </dsp:txXfrm>
    </dsp:sp>
    <dsp:sp modelId="{5BC3EB60-6FC4-48E1-9664-7B72E90FF12E}">
      <dsp:nvSpPr>
        <dsp:cNvPr id="0" name=""/>
        <dsp:cNvSpPr/>
      </dsp:nvSpPr>
      <dsp:spPr>
        <a:xfrm>
          <a:off x="1012645" y="4290977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6953714"/>
            <a:satOff val="27868"/>
            <a:lumOff val="6040"/>
            <a:alphaOff val="0"/>
          </a:schemeClr>
        </a:solidFill>
        <a:ln w="25400" cap="flat" cmpd="sng" algn="ctr">
          <a:solidFill>
            <a:schemeClr val="accent5">
              <a:hueOff val="-6953714"/>
              <a:satOff val="27868"/>
              <a:lumOff val="60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1A206-1D57-4C24-AB0A-8DF6DCA5E77B}">
      <dsp:nvSpPr>
        <dsp:cNvPr id="0" name=""/>
        <dsp:cNvSpPr/>
      </dsp:nvSpPr>
      <dsp:spPr>
        <a:xfrm>
          <a:off x="1911583" y="4290977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2E2B2-7E32-4F63-A8E4-4FF3CB76971E}">
      <dsp:nvSpPr>
        <dsp:cNvPr id="0" name=""/>
        <dsp:cNvSpPr/>
      </dsp:nvSpPr>
      <dsp:spPr>
        <a:xfrm>
          <a:off x="2811232" y="4290977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66A6D-872B-4D36-90E6-A39D86008BB2}">
      <dsp:nvSpPr>
        <dsp:cNvPr id="0" name=""/>
        <dsp:cNvSpPr/>
      </dsp:nvSpPr>
      <dsp:spPr>
        <a:xfrm>
          <a:off x="3710171" y="4290977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8443795"/>
            <a:satOff val="33839"/>
            <a:lumOff val="7334"/>
            <a:alphaOff val="0"/>
          </a:schemeClr>
        </a:solidFill>
        <a:ln w="25400" cap="flat" cmpd="sng" algn="ctr">
          <a:solidFill>
            <a:schemeClr val="accent5">
              <a:hueOff val="-8443795"/>
              <a:satOff val="33839"/>
              <a:lumOff val="73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1309F-4614-4B2A-B4FE-2E0651BF9F04}">
      <dsp:nvSpPr>
        <dsp:cNvPr id="0" name=""/>
        <dsp:cNvSpPr/>
      </dsp:nvSpPr>
      <dsp:spPr>
        <a:xfrm>
          <a:off x="4609820" y="4290977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8940489"/>
            <a:satOff val="35830"/>
            <a:lumOff val="7765"/>
            <a:alphaOff val="0"/>
          </a:schemeClr>
        </a:solidFill>
        <a:ln w="25400" cap="flat" cmpd="sng" algn="ctr">
          <a:solidFill>
            <a:schemeClr val="accent5">
              <a:hueOff val="-8940489"/>
              <a:satOff val="35830"/>
              <a:lumOff val="7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0AC83-C784-4D6D-9B2A-D4AD52037D82}">
      <dsp:nvSpPr>
        <dsp:cNvPr id="0" name=""/>
        <dsp:cNvSpPr/>
      </dsp:nvSpPr>
      <dsp:spPr>
        <a:xfrm>
          <a:off x="5508758" y="4290977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9437183"/>
            <a:satOff val="37820"/>
            <a:lumOff val="8197"/>
            <a:alphaOff val="0"/>
          </a:schemeClr>
        </a:solidFill>
        <a:ln w="25400" cap="flat" cmpd="sng" algn="ctr">
          <a:solidFill>
            <a:schemeClr val="accent5">
              <a:hueOff val="-9437183"/>
              <a:satOff val="37820"/>
              <a:lumOff val="81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0E8E1-A944-4CCA-AB3B-B339AFFED4F3}">
      <dsp:nvSpPr>
        <dsp:cNvPr id="0" name=""/>
        <dsp:cNvSpPr/>
      </dsp:nvSpPr>
      <dsp:spPr>
        <a:xfrm>
          <a:off x="6408408" y="4290977"/>
          <a:ext cx="1496572" cy="1184372"/>
        </a:xfrm>
        <a:prstGeom prst="chevron">
          <a:avLst>
            <a:gd name="adj" fmla="val 7061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6BF1E-9916-428A-815B-0D653759C9D3}">
      <dsp:nvSpPr>
        <dsp:cNvPr id="0" name=""/>
        <dsp:cNvSpPr/>
      </dsp:nvSpPr>
      <dsp:spPr>
        <a:xfrm>
          <a:off x="1012645" y="4409415"/>
          <a:ext cx="6478752" cy="9474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Gamification, habit-building tools, and community support for sustained behavior change</a:t>
          </a:r>
          <a:endParaRPr lang="en-IN" sz="2000" kern="1200" dirty="0">
            <a:latin typeface="Gill Sans MT" panose="020B0502020104020203" pitchFamily="34" charset="0"/>
          </a:endParaRPr>
        </a:p>
      </dsp:txBody>
      <dsp:txXfrm>
        <a:off x="1012645" y="4409415"/>
        <a:ext cx="6478752" cy="9474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01046-0182-4432-B482-DDAFCF4467A7}">
      <dsp:nvSpPr>
        <dsp:cNvPr id="0" name=""/>
        <dsp:cNvSpPr/>
      </dsp:nvSpPr>
      <dsp:spPr>
        <a:xfrm>
          <a:off x="969269" y="3033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1: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Simple input forms for travel modes, energy consumption, diet, and lifestyle choices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1013430" y="47194"/>
        <a:ext cx="2424599" cy="1419430"/>
      </dsp:txXfrm>
    </dsp:sp>
    <dsp:sp modelId="{B2631FCC-8817-4950-9EAC-620C09434AA4}">
      <dsp:nvSpPr>
        <dsp:cNvPr id="0" name=""/>
        <dsp:cNvSpPr/>
      </dsp:nvSpPr>
      <dsp:spPr>
        <a:xfrm>
          <a:off x="3703328" y="445307"/>
          <a:ext cx="532739" cy="623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3703328" y="569948"/>
        <a:ext cx="372917" cy="373922"/>
      </dsp:txXfrm>
    </dsp:sp>
    <dsp:sp modelId="{C48DAE4C-743C-4CF2-9D81-9B9F72C3C979}">
      <dsp:nvSpPr>
        <dsp:cNvPr id="0" name=""/>
        <dsp:cNvSpPr/>
      </dsp:nvSpPr>
      <dsp:spPr>
        <a:xfrm>
          <a:off x="4487359" y="3033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607181"/>
                <a:satOff val="-2411"/>
                <a:lumOff val="-392"/>
                <a:alphaOff val="0"/>
                <a:shade val="51000"/>
                <a:satMod val="130000"/>
              </a:schemeClr>
            </a:gs>
            <a:gs pos="80000">
              <a:schemeClr val="accent3">
                <a:hueOff val="1607181"/>
                <a:satOff val="-2411"/>
                <a:lumOff val="-392"/>
                <a:alphaOff val="0"/>
                <a:shade val="93000"/>
                <a:satMod val="130000"/>
              </a:schemeClr>
            </a:gs>
            <a:gs pos="100000">
              <a:schemeClr val="accent3">
                <a:hueOff val="1607181"/>
                <a:satOff val="-2411"/>
                <a:lumOff val="-39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2: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Custom CO₂ engine processes data using scientifically validated emission factors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4531520" y="47194"/>
        <a:ext cx="2424599" cy="1419430"/>
      </dsp:txXfrm>
    </dsp:sp>
    <dsp:sp modelId="{A7AC4295-815E-4E4E-9797-B041F8FBF396}">
      <dsp:nvSpPr>
        <dsp:cNvPr id="0" name=""/>
        <dsp:cNvSpPr/>
      </dsp:nvSpPr>
      <dsp:spPr>
        <a:xfrm>
          <a:off x="7221418" y="445307"/>
          <a:ext cx="532739" cy="623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875044"/>
                <a:satOff val="-2813"/>
                <a:lumOff val="-458"/>
                <a:alphaOff val="0"/>
                <a:shade val="51000"/>
                <a:satMod val="130000"/>
              </a:schemeClr>
            </a:gs>
            <a:gs pos="80000">
              <a:schemeClr val="accent3">
                <a:hueOff val="1875044"/>
                <a:satOff val="-2813"/>
                <a:lumOff val="-458"/>
                <a:alphaOff val="0"/>
                <a:shade val="93000"/>
                <a:satMod val="130000"/>
              </a:schemeClr>
            </a:gs>
            <a:gs pos="100000">
              <a:schemeClr val="accent3">
                <a:hueOff val="1875044"/>
                <a:satOff val="-2813"/>
                <a:lumOff val="-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7221418" y="569948"/>
        <a:ext cx="372917" cy="373922"/>
      </dsp:txXfrm>
    </dsp:sp>
    <dsp:sp modelId="{F7B89897-1CA2-4641-A5CA-FCA98C99B0E9}">
      <dsp:nvSpPr>
        <dsp:cNvPr id="0" name=""/>
        <dsp:cNvSpPr/>
      </dsp:nvSpPr>
      <dsp:spPr>
        <a:xfrm>
          <a:off x="8005449" y="3033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214361"/>
                <a:satOff val="-4823"/>
                <a:lumOff val="-784"/>
                <a:alphaOff val="0"/>
                <a:shade val="51000"/>
                <a:satMod val="130000"/>
              </a:schemeClr>
            </a:gs>
            <a:gs pos="80000">
              <a:schemeClr val="accent3">
                <a:hueOff val="3214361"/>
                <a:satOff val="-4823"/>
                <a:lumOff val="-784"/>
                <a:alphaOff val="0"/>
                <a:shade val="93000"/>
                <a:satMod val="130000"/>
              </a:schemeClr>
            </a:gs>
            <a:gs pos="100000">
              <a:schemeClr val="accent3">
                <a:hueOff val="3214361"/>
                <a:satOff val="-4823"/>
                <a:lumOff val="-78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3: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Real-time dashboard displays footprint breakdown with visual charts and trend analysis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8049610" y="47194"/>
        <a:ext cx="2424599" cy="1419430"/>
      </dsp:txXfrm>
    </dsp:sp>
    <dsp:sp modelId="{15369C0F-50F2-4737-8488-DFC112846F37}">
      <dsp:nvSpPr>
        <dsp:cNvPr id="0" name=""/>
        <dsp:cNvSpPr/>
      </dsp:nvSpPr>
      <dsp:spPr>
        <a:xfrm rot="5400000">
          <a:off x="8995540" y="1686690"/>
          <a:ext cx="532739" cy="623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 rot="-5400000">
        <a:off x="9074949" y="1731922"/>
        <a:ext cx="373922" cy="372917"/>
      </dsp:txXfrm>
    </dsp:sp>
    <dsp:sp modelId="{171EB15E-F8A1-425F-A434-3E02FD96D124}">
      <dsp:nvSpPr>
        <dsp:cNvPr id="0" name=""/>
        <dsp:cNvSpPr/>
      </dsp:nvSpPr>
      <dsp:spPr>
        <a:xfrm>
          <a:off x="8005449" y="2515955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4821541"/>
                <a:satOff val="-7234"/>
                <a:lumOff val="-1176"/>
                <a:alphaOff val="0"/>
                <a:shade val="51000"/>
                <a:satMod val="130000"/>
              </a:schemeClr>
            </a:gs>
            <a:gs pos="80000">
              <a:schemeClr val="accent3">
                <a:hueOff val="4821541"/>
                <a:satOff val="-7234"/>
                <a:lumOff val="-1176"/>
                <a:alphaOff val="0"/>
                <a:shade val="93000"/>
                <a:satMod val="130000"/>
              </a:schemeClr>
            </a:gs>
            <a:gs pos="100000">
              <a:schemeClr val="accent3">
                <a:hueOff val="4821541"/>
                <a:satOff val="-7234"/>
                <a:lumOff val="-11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4: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r>
            <a:rPr lang="en-US" sz="2000" kern="1200" dirty="0" err="1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compares user's footprint with demographic averages for meaningful context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8049610" y="2560116"/>
        <a:ext cx="2424599" cy="1419430"/>
      </dsp:txXfrm>
    </dsp:sp>
    <dsp:sp modelId="{9735DCD9-332A-4BFE-B768-F160616D96BD}">
      <dsp:nvSpPr>
        <dsp:cNvPr id="0" name=""/>
        <dsp:cNvSpPr/>
      </dsp:nvSpPr>
      <dsp:spPr>
        <a:xfrm rot="10800000">
          <a:off x="7251573" y="2958229"/>
          <a:ext cx="532739" cy="623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 rot="10800000">
        <a:off x="7411395" y="3082870"/>
        <a:ext cx="372917" cy="373922"/>
      </dsp:txXfrm>
    </dsp:sp>
    <dsp:sp modelId="{76C07E63-6E43-4709-A33C-DCDE4A286BA5}">
      <dsp:nvSpPr>
        <dsp:cNvPr id="0" name=""/>
        <dsp:cNvSpPr/>
      </dsp:nvSpPr>
      <dsp:spPr>
        <a:xfrm>
          <a:off x="4487359" y="2515955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6428722"/>
                <a:satOff val="-9646"/>
                <a:lumOff val="-1569"/>
                <a:alphaOff val="0"/>
                <a:shade val="51000"/>
                <a:satMod val="130000"/>
              </a:schemeClr>
            </a:gs>
            <a:gs pos="80000">
              <a:schemeClr val="accent3">
                <a:hueOff val="6428722"/>
                <a:satOff val="-9646"/>
                <a:lumOff val="-1569"/>
                <a:alphaOff val="0"/>
                <a:shade val="93000"/>
                <a:satMod val="130000"/>
              </a:schemeClr>
            </a:gs>
            <a:gs pos="100000">
              <a:schemeClr val="accent3">
                <a:hueOff val="6428722"/>
                <a:satOff val="-9646"/>
                <a:lumOff val="-156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5: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AI-style insight generator provides personalized, actionable recommendations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4531520" y="2560116"/>
        <a:ext cx="2424599" cy="1419430"/>
      </dsp:txXfrm>
    </dsp:sp>
    <dsp:sp modelId="{8445455E-8434-4F09-9214-069C0B7FC9E6}">
      <dsp:nvSpPr>
        <dsp:cNvPr id="0" name=""/>
        <dsp:cNvSpPr/>
      </dsp:nvSpPr>
      <dsp:spPr>
        <a:xfrm rot="10800000">
          <a:off x="3733483" y="2958229"/>
          <a:ext cx="532739" cy="623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 rot="10800000">
        <a:off x="3893305" y="3082870"/>
        <a:ext cx="372917" cy="373922"/>
      </dsp:txXfrm>
    </dsp:sp>
    <dsp:sp modelId="{4BE3D0DD-6D43-4587-BB68-1B1921369D9E}">
      <dsp:nvSpPr>
        <dsp:cNvPr id="0" name=""/>
        <dsp:cNvSpPr/>
      </dsp:nvSpPr>
      <dsp:spPr>
        <a:xfrm>
          <a:off x="969269" y="2515955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8035903"/>
                <a:satOff val="-12057"/>
                <a:lumOff val="-1961"/>
                <a:alphaOff val="0"/>
                <a:shade val="51000"/>
                <a:satMod val="130000"/>
              </a:schemeClr>
            </a:gs>
            <a:gs pos="80000">
              <a:schemeClr val="accent3">
                <a:hueOff val="8035903"/>
                <a:satOff val="-12057"/>
                <a:lumOff val="-1961"/>
                <a:alphaOff val="0"/>
                <a:shade val="93000"/>
                <a:satMod val="130000"/>
              </a:schemeClr>
            </a:gs>
            <a:gs pos="100000">
              <a:schemeClr val="accent3">
                <a:hueOff val="8035903"/>
                <a:satOff val="-12057"/>
                <a:lumOff val="-196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b="1" kern="1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6:</a:t>
          </a:r>
          <a:r>
            <a:rPr lang="en-US" sz="2000" kern="1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Airefy integrates air quality data to suggest location-based eco-actions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1013430" y="2560116"/>
        <a:ext cx="2424599" cy="1419430"/>
      </dsp:txXfrm>
    </dsp:sp>
    <dsp:sp modelId="{C53B46AE-2C5B-48CA-8D80-966750D54CAF}">
      <dsp:nvSpPr>
        <dsp:cNvPr id="0" name=""/>
        <dsp:cNvSpPr/>
      </dsp:nvSpPr>
      <dsp:spPr>
        <a:xfrm rot="5400000">
          <a:off x="1959360" y="4199612"/>
          <a:ext cx="532739" cy="623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9375220"/>
                <a:satOff val="-14067"/>
                <a:lumOff val="-2288"/>
                <a:alphaOff val="0"/>
                <a:shade val="51000"/>
                <a:satMod val="130000"/>
              </a:schemeClr>
            </a:gs>
            <a:gs pos="80000">
              <a:schemeClr val="accent3">
                <a:hueOff val="9375220"/>
                <a:satOff val="-14067"/>
                <a:lumOff val="-2288"/>
                <a:alphaOff val="0"/>
                <a:shade val="93000"/>
                <a:satMod val="130000"/>
              </a:schemeClr>
            </a:gs>
            <a:gs pos="100000">
              <a:schemeClr val="accent3">
                <a:hueOff val="9375220"/>
                <a:satOff val="-14067"/>
                <a:lumOff val="-22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 rot="-5400000">
        <a:off x="2038769" y="4244844"/>
        <a:ext cx="373922" cy="372917"/>
      </dsp:txXfrm>
    </dsp:sp>
    <dsp:sp modelId="{6066DC78-E2B1-4805-ABAD-52B053D61CB0}">
      <dsp:nvSpPr>
        <dsp:cNvPr id="0" name=""/>
        <dsp:cNvSpPr/>
      </dsp:nvSpPr>
      <dsp:spPr>
        <a:xfrm>
          <a:off x="969269" y="5028876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9643083"/>
                <a:satOff val="-14469"/>
                <a:lumOff val="-2353"/>
                <a:alphaOff val="0"/>
                <a:shade val="51000"/>
                <a:satMod val="130000"/>
              </a:schemeClr>
            </a:gs>
            <a:gs pos="80000">
              <a:schemeClr val="accent3">
                <a:hueOff val="9643083"/>
                <a:satOff val="-14469"/>
                <a:lumOff val="-2353"/>
                <a:alphaOff val="0"/>
                <a:shade val="93000"/>
                <a:satMod val="130000"/>
              </a:schemeClr>
            </a:gs>
            <a:gs pos="100000">
              <a:schemeClr val="accent3">
                <a:hueOff val="9643083"/>
                <a:satOff val="-14469"/>
                <a:lumOff val="-235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20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7: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Gamification system awards badges, streaks, and leaderboard rankings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1013430" y="5073037"/>
        <a:ext cx="2424599" cy="1419430"/>
      </dsp:txXfrm>
    </dsp:sp>
    <dsp:sp modelId="{827BB581-012D-4753-BFC5-8DF6457913B9}">
      <dsp:nvSpPr>
        <dsp:cNvPr id="0" name=""/>
        <dsp:cNvSpPr/>
      </dsp:nvSpPr>
      <dsp:spPr>
        <a:xfrm>
          <a:off x="3703328" y="5471150"/>
          <a:ext cx="532739" cy="623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3703328" y="5595791"/>
        <a:ext cx="372917" cy="373922"/>
      </dsp:txXfrm>
    </dsp:sp>
    <dsp:sp modelId="{60688278-B082-4315-8E59-17D3B36232D6}">
      <dsp:nvSpPr>
        <dsp:cNvPr id="0" name=""/>
        <dsp:cNvSpPr/>
      </dsp:nvSpPr>
      <dsp:spPr>
        <a:xfrm>
          <a:off x="4487359" y="5028876"/>
          <a:ext cx="2512921" cy="15077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Step 8:</a:t>
          </a:r>
          <a:r>
            <a:rPr lang="en-US" sz="20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Community features enable sharing progress, QR profiles, and marketplace rewards</a:t>
          </a:r>
          <a:endParaRPr lang="en-IN" sz="20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4531520" y="5073037"/>
        <a:ext cx="2424599" cy="14194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7B651-C8D9-4FAF-8A56-E8B077B92574}">
      <dsp:nvSpPr>
        <dsp:cNvPr id="0" name=""/>
        <dsp:cNvSpPr/>
      </dsp:nvSpPr>
      <dsp:spPr>
        <a:xfrm>
          <a:off x="0" y="308743"/>
          <a:ext cx="6956897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9933" tIns="416560" rIns="53993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18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Node.js + Express.js for scalable API</a:t>
          </a:r>
          <a:endParaRPr lang="en-IN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MongoDB with Mongoose ORM for data persistence</a:t>
          </a:r>
          <a:endParaRPr lang="en-US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Passport.js for secure authentication</a:t>
          </a:r>
          <a:endParaRPr lang="en-US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Axios, QRCode, PDFKit for integrations</a:t>
          </a:r>
          <a:endParaRPr lang="en-IN" sz="1800" kern="1200" dirty="0">
            <a:latin typeface="Gill Sans MT" panose="020B0502020104020203" pitchFamily="34" charset="0"/>
          </a:endParaRPr>
        </a:p>
      </dsp:txBody>
      <dsp:txXfrm>
        <a:off x="0" y="308743"/>
        <a:ext cx="6956897" cy="1638000"/>
      </dsp:txXfrm>
    </dsp:sp>
    <dsp:sp modelId="{98251466-F22B-4FBA-8472-16CC099DF023}">
      <dsp:nvSpPr>
        <dsp:cNvPr id="0" name=""/>
        <dsp:cNvSpPr/>
      </dsp:nvSpPr>
      <dsp:spPr>
        <a:xfrm>
          <a:off x="347844" y="13543"/>
          <a:ext cx="4869827" cy="5904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068" tIns="0" rIns="1840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Backend Architecture</a:t>
          </a:r>
          <a:endParaRPr lang="en-IN" sz="1800" kern="1200" dirty="0">
            <a:latin typeface="Gill Sans MT" panose="020B0502020104020203" pitchFamily="34" charset="0"/>
          </a:endParaRPr>
        </a:p>
      </dsp:txBody>
      <dsp:txXfrm>
        <a:off x="376665" y="42364"/>
        <a:ext cx="4812185" cy="532758"/>
      </dsp:txXfrm>
    </dsp:sp>
    <dsp:sp modelId="{ECC56139-5DAD-4691-9800-FEFAD5FCAA00}">
      <dsp:nvSpPr>
        <dsp:cNvPr id="0" name=""/>
        <dsp:cNvSpPr/>
      </dsp:nvSpPr>
      <dsp:spPr>
        <a:xfrm>
          <a:off x="0" y="2349943"/>
          <a:ext cx="6956897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9933" tIns="416560" rIns="53993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18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EJS templating with modular architecture</a:t>
          </a:r>
          <a:endParaRPr lang="en-IN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Responsive HTML/CSS/JavaScript</a:t>
          </a:r>
          <a:endParaRPr lang="en-US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UI/UX prototyped in Figma + Google Stitch</a:t>
          </a:r>
          <a:endParaRPr lang="en-US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Mobile-first, PWA-ready design</a:t>
          </a:r>
          <a:endParaRPr lang="en-US" sz="1800" kern="1200" dirty="0">
            <a:latin typeface="Gill Sans MT" panose="020B0502020104020203" pitchFamily="34" charset="0"/>
          </a:endParaRPr>
        </a:p>
      </dsp:txBody>
      <dsp:txXfrm>
        <a:off x="0" y="2349943"/>
        <a:ext cx="6956897" cy="1638000"/>
      </dsp:txXfrm>
    </dsp:sp>
    <dsp:sp modelId="{7F2F80D4-0C98-4CAE-925B-4D7C43E74946}">
      <dsp:nvSpPr>
        <dsp:cNvPr id="0" name=""/>
        <dsp:cNvSpPr/>
      </dsp:nvSpPr>
      <dsp:spPr>
        <a:xfrm>
          <a:off x="347844" y="2054743"/>
          <a:ext cx="4869827" cy="590400"/>
        </a:xfrm>
        <a:prstGeom prst="roundRect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068" tIns="0" rIns="1840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Frontend &amp; Design</a:t>
          </a:r>
          <a:endParaRPr lang="en-IN" sz="1800" kern="1200" dirty="0">
            <a:latin typeface="Gill Sans MT" panose="020B0502020104020203" pitchFamily="34" charset="0"/>
          </a:endParaRPr>
        </a:p>
      </dsp:txBody>
      <dsp:txXfrm>
        <a:off x="376665" y="2083564"/>
        <a:ext cx="4812185" cy="532758"/>
      </dsp:txXfrm>
    </dsp:sp>
    <dsp:sp modelId="{271E8C1E-2B67-4337-A6D5-A441343438B9}">
      <dsp:nvSpPr>
        <dsp:cNvPr id="0" name=""/>
        <dsp:cNvSpPr/>
      </dsp:nvSpPr>
      <dsp:spPr>
        <a:xfrm>
          <a:off x="0" y="4391143"/>
          <a:ext cx="6956897" cy="289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9933" tIns="416560" rIns="53993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Custom Carbon Engine: </a:t>
          </a: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Scientifically validated emission factors from EPA, DEFRA, and IPCC databases</a:t>
          </a:r>
          <a:endParaRPr lang="en-IN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800" kern="1200" dirty="0">
            <a:solidFill>
              <a:schemeClr val="tx1"/>
            </a:solidFill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 Intelligence: </a:t>
          </a: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Demographic benchmarking algorithm comparing user data with age, location, and lifestyle averages</a:t>
          </a:r>
          <a:endParaRPr lang="en-IN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 Insight Generator: </a:t>
          </a: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Context-aware recommendation system for personalized sustainability actions</a:t>
          </a:r>
          <a:endParaRPr lang="en-IN" sz="18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OpenWeather API: </a:t>
          </a:r>
          <a:r>
            <a:rPr lang="en-US" sz="18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Real-time air quality data powering Airefy location-based recommendations</a:t>
          </a:r>
          <a:endParaRPr lang="en-IN" sz="1800" kern="1200" dirty="0">
            <a:latin typeface="Gill Sans MT" panose="020B0502020104020203" pitchFamily="34" charset="0"/>
          </a:endParaRPr>
        </a:p>
      </dsp:txBody>
      <dsp:txXfrm>
        <a:off x="0" y="4391143"/>
        <a:ext cx="6956897" cy="2898000"/>
      </dsp:txXfrm>
    </dsp:sp>
    <dsp:sp modelId="{659FF871-7FA7-422F-9040-5B13585A8426}">
      <dsp:nvSpPr>
        <dsp:cNvPr id="0" name=""/>
        <dsp:cNvSpPr/>
      </dsp:nvSpPr>
      <dsp:spPr>
        <a:xfrm>
          <a:off x="347844" y="4095943"/>
          <a:ext cx="4869827" cy="590400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068" tIns="0" rIns="18406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Intelligent Engines &amp; APIs</a:t>
          </a:r>
          <a:endParaRPr lang="en-IN" sz="1800" kern="1200" dirty="0">
            <a:latin typeface="Gill Sans MT" panose="020B0502020104020203" pitchFamily="34" charset="0"/>
          </a:endParaRPr>
        </a:p>
      </dsp:txBody>
      <dsp:txXfrm>
        <a:off x="376665" y="4124764"/>
        <a:ext cx="4812185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4FF28-6749-4F3A-ABDA-74C4EDFDA5C0}">
      <dsp:nvSpPr>
        <dsp:cNvPr id="0" name=""/>
        <dsp:cNvSpPr/>
      </dsp:nvSpPr>
      <dsp:spPr>
        <a:xfrm>
          <a:off x="1063156" y="415793"/>
          <a:ext cx="5811582" cy="5811582"/>
        </a:xfrm>
        <a:prstGeom prst="pie">
          <a:avLst>
            <a:gd name="adj1" fmla="val 16200000"/>
            <a:gd name="adj2" fmla="val 198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CO₂ Calculator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Travel, Energy &amp; Diet modules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</dsp:txBody>
      <dsp:txXfrm>
        <a:off x="4107318" y="1158153"/>
        <a:ext cx="1522081" cy="1176153"/>
      </dsp:txXfrm>
    </dsp:sp>
    <dsp:sp modelId="{FBE49191-D6AC-4189-B958-28AA3BB93065}">
      <dsp:nvSpPr>
        <dsp:cNvPr id="0" name=""/>
        <dsp:cNvSpPr/>
      </dsp:nvSpPr>
      <dsp:spPr>
        <a:xfrm>
          <a:off x="1132341" y="535483"/>
          <a:ext cx="5811582" cy="5811582"/>
        </a:xfrm>
        <a:prstGeom prst="pie">
          <a:avLst>
            <a:gd name="adj1" fmla="val 19800000"/>
            <a:gd name="adj2" fmla="val 1800000"/>
          </a:avLst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shade val="51000"/>
                <a:satMod val="130000"/>
              </a:schemeClr>
            </a:gs>
            <a:gs pos="80000">
              <a:schemeClr val="accent5">
                <a:hueOff val="-1986775"/>
                <a:satOff val="7962"/>
                <a:lumOff val="1726"/>
                <a:alphaOff val="0"/>
                <a:shade val="93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Tracking Dashboard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Charts, trends &amp; analytics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</dsp:txBody>
      <dsp:txXfrm>
        <a:off x="5075915" y="2887791"/>
        <a:ext cx="1591266" cy="1141560"/>
      </dsp:txXfrm>
    </dsp:sp>
    <dsp:sp modelId="{017B5884-DA04-4478-A278-1DB3679BCDCA}">
      <dsp:nvSpPr>
        <dsp:cNvPr id="0" name=""/>
        <dsp:cNvSpPr/>
      </dsp:nvSpPr>
      <dsp:spPr>
        <a:xfrm>
          <a:off x="1063156" y="655174"/>
          <a:ext cx="5811582" cy="5811582"/>
        </a:xfrm>
        <a:prstGeom prst="pie">
          <a:avLst>
            <a:gd name="adj1" fmla="val 1800000"/>
            <a:gd name="adj2" fmla="val 5400000"/>
          </a:avLst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shade val="51000"/>
                <a:satMod val="130000"/>
              </a:schemeClr>
            </a:gs>
            <a:gs pos="80000">
              <a:schemeClr val="accent5">
                <a:hueOff val="-3973551"/>
                <a:satOff val="15924"/>
                <a:lumOff val="3451"/>
                <a:alphaOff val="0"/>
                <a:shade val="93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Demographic bench-marking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</dsp:txBody>
      <dsp:txXfrm>
        <a:off x="4107318" y="4582835"/>
        <a:ext cx="1522081" cy="1176153"/>
      </dsp:txXfrm>
    </dsp:sp>
    <dsp:sp modelId="{9694DE95-07C9-4BD7-B534-FAC79039220F}">
      <dsp:nvSpPr>
        <dsp:cNvPr id="0" name=""/>
        <dsp:cNvSpPr/>
      </dsp:nvSpPr>
      <dsp:spPr>
        <a:xfrm>
          <a:off x="924785" y="655174"/>
          <a:ext cx="5811582" cy="5811582"/>
        </a:xfrm>
        <a:prstGeom prst="pie">
          <a:avLst>
            <a:gd name="adj1" fmla="val 5400000"/>
            <a:gd name="adj2" fmla="val 9000000"/>
          </a:avLst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shade val="51000"/>
                <a:satMod val="130000"/>
              </a:schemeClr>
            </a:gs>
            <a:gs pos="80000">
              <a:schemeClr val="accent5">
                <a:hueOff val="-5960326"/>
                <a:satOff val="23887"/>
                <a:lumOff val="5177"/>
                <a:alphaOff val="0"/>
                <a:shade val="93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Airefy</a:t>
          </a:r>
          <a:endParaRPr lang="en-US" sz="2400" kern="1200" dirty="0">
            <a:solidFill>
              <a:schemeClr val="tx1"/>
            </a:solidFill>
            <a:latin typeface="Gill Sans MT" panose="020B0502020104020203" pitchFamily="34" charset="0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 quality intelligence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</dsp:txBody>
      <dsp:txXfrm>
        <a:off x="2170124" y="4582835"/>
        <a:ext cx="1522081" cy="1176153"/>
      </dsp:txXfrm>
    </dsp:sp>
    <dsp:sp modelId="{132DFE16-EAB4-434A-A015-E36ED568993D}">
      <dsp:nvSpPr>
        <dsp:cNvPr id="0" name=""/>
        <dsp:cNvSpPr/>
      </dsp:nvSpPr>
      <dsp:spPr>
        <a:xfrm>
          <a:off x="855599" y="535483"/>
          <a:ext cx="5811582" cy="5811582"/>
        </a:xfrm>
        <a:prstGeom prst="pie">
          <a:avLst>
            <a:gd name="adj1" fmla="val 9000000"/>
            <a:gd name="adj2" fmla="val 12600000"/>
          </a:avLst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shade val="51000"/>
                <a:satMod val="130000"/>
              </a:schemeClr>
            </a:gs>
            <a:gs pos="80000">
              <a:schemeClr val="accent5">
                <a:hueOff val="-7947101"/>
                <a:satOff val="31849"/>
                <a:lumOff val="6902"/>
                <a:alphaOff val="0"/>
                <a:shade val="93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Badges, streaks &amp; leaderboard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</dsp:txBody>
      <dsp:txXfrm>
        <a:off x="1132341" y="2887791"/>
        <a:ext cx="1591266" cy="1141560"/>
      </dsp:txXfrm>
    </dsp:sp>
    <dsp:sp modelId="{D70E8B0E-3056-404D-8298-47F027FD93C6}">
      <dsp:nvSpPr>
        <dsp:cNvPr id="0" name=""/>
        <dsp:cNvSpPr/>
      </dsp:nvSpPr>
      <dsp:spPr>
        <a:xfrm>
          <a:off x="924785" y="415793"/>
          <a:ext cx="5811582" cy="5811582"/>
        </a:xfrm>
        <a:prstGeom prst="pie">
          <a:avLst>
            <a:gd name="adj1" fmla="val 12600000"/>
            <a:gd name="adj2" fmla="val 1620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Community Hub</a:t>
          </a:r>
          <a:endParaRPr lang="en-IN" sz="2000" kern="1200" dirty="0">
            <a:solidFill>
              <a:schemeClr val="tx1"/>
            </a:solidFill>
            <a:latin typeface="Gill Sans MT" panose="020B0502020104020203" pitchFamily="34" charset="0"/>
          </a:endParaRPr>
        </a:p>
        <a:p>
          <a:pPr marL="171450" lvl="1" indent="-171450" algn="ctr" defTabSz="866775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50" kern="1200" dirty="0">
              <a:solidFill>
                <a:schemeClr val="tx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QR sharing &amp; marketplace</a:t>
          </a:r>
          <a:endParaRPr lang="en-IN" sz="1950" kern="1200" dirty="0">
            <a:solidFill>
              <a:schemeClr val="tx1"/>
            </a:solidFill>
            <a:latin typeface="Gill Sans MT" panose="020B0502020104020203" pitchFamily="34" charset="0"/>
          </a:endParaRPr>
        </a:p>
      </dsp:txBody>
      <dsp:txXfrm>
        <a:off x="2170124" y="1158153"/>
        <a:ext cx="1522081" cy="1176153"/>
      </dsp:txXfrm>
    </dsp:sp>
    <dsp:sp modelId="{B89CA6C9-BDC6-426C-90D7-D0A7CBA3667C}">
      <dsp:nvSpPr>
        <dsp:cNvPr id="0" name=""/>
        <dsp:cNvSpPr/>
      </dsp:nvSpPr>
      <dsp:spPr>
        <a:xfrm>
          <a:off x="703179" y="56028"/>
          <a:ext cx="6531111" cy="6531111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DFF32F-57D2-47CE-8DB0-78C631A791CC}">
      <dsp:nvSpPr>
        <dsp:cNvPr id="0" name=""/>
        <dsp:cNvSpPr/>
      </dsp:nvSpPr>
      <dsp:spPr>
        <a:xfrm>
          <a:off x="772365" y="175719"/>
          <a:ext cx="6531111" cy="6531111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shade val="51000"/>
                <a:satMod val="130000"/>
              </a:schemeClr>
            </a:gs>
            <a:gs pos="80000">
              <a:schemeClr val="accent5">
                <a:hueOff val="-1986775"/>
                <a:satOff val="7962"/>
                <a:lumOff val="1726"/>
                <a:alphaOff val="0"/>
                <a:shade val="93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D824E9-5659-4F61-BE86-1FC07276C593}">
      <dsp:nvSpPr>
        <dsp:cNvPr id="0" name=""/>
        <dsp:cNvSpPr/>
      </dsp:nvSpPr>
      <dsp:spPr>
        <a:xfrm>
          <a:off x="703179" y="295410"/>
          <a:ext cx="6531111" cy="6531111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shade val="51000"/>
                <a:satMod val="130000"/>
              </a:schemeClr>
            </a:gs>
            <a:gs pos="80000">
              <a:schemeClr val="accent5">
                <a:hueOff val="-3973551"/>
                <a:satOff val="15924"/>
                <a:lumOff val="3451"/>
                <a:alphaOff val="0"/>
                <a:shade val="93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9B04D9-81EF-49CF-9679-BB9ECBEFB2C3}">
      <dsp:nvSpPr>
        <dsp:cNvPr id="0" name=""/>
        <dsp:cNvSpPr/>
      </dsp:nvSpPr>
      <dsp:spPr>
        <a:xfrm>
          <a:off x="565233" y="295410"/>
          <a:ext cx="6531111" cy="6531111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shade val="51000"/>
                <a:satMod val="130000"/>
              </a:schemeClr>
            </a:gs>
            <a:gs pos="80000">
              <a:schemeClr val="accent5">
                <a:hueOff val="-5960326"/>
                <a:satOff val="23887"/>
                <a:lumOff val="5177"/>
                <a:alphaOff val="0"/>
                <a:shade val="93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213CDF-7EE1-4FCF-B76A-B0CDF9A5E6ED}">
      <dsp:nvSpPr>
        <dsp:cNvPr id="0" name=""/>
        <dsp:cNvSpPr/>
      </dsp:nvSpPr>
      <dsp:spPr>
        <a:xfrm>
          <a:off x="496047" y="175719"/>
          <a:ext cx="6531111" cy="6531111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shade val="51000"/>
                <a:satMod val="130000"/>
              </a:schemeClr>
            </a:gs>
            <a:gs pos="80000">
              <a:schemeClr val="accent5">
                <a:hueOff val="-7947101"/>
                <a:satOff val="31849"/>
                <a:lumOff val="6902"/>
                <a:alphaOff val="0"/>
                <a:shade val="93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779426-3EE6-434A-BDEA-FC23DA33F34F}">
      <dsp:nvSpPr>
        <dsp:cNvPr id="0" name=""/>
        <dsp:cNvSpPr/>
      </dsp:nvSpPr>
      <dsp:spPr>
        <a:xfrm>
          <a:off x="565233" y="56028"/>
          <a:ext cx="6531111" cy="6531111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C364D-FA84-404B-930A-4F1FD17E3BD7}">
      <dsp:nvSpPr>
        <dsp:cNvPr id="0" name=""/>
        <dsp:cNvSpPr/>
      </dsp:nvSpPr>
      <dsp:spPr>
        <a:xfrm>
          <a:off x="119283" y="0"/>
          <a:ext cx="5822289" cy="5822289"/>
        </a:xfrm>
        <a:prstGeom prst="triangle">
          <a:avLst/>
        </a:prstGeom>
        <a:gradFill flip="none" rotWithShape="1">
          <a:gsLst>
            <a:gs pos="0">
              <a:schemeClr val="accent6">
                <a:lumMod val="67000"/>
              </a:schemeClr>
            </a:gs>
            <a:gs pos="48000">
              <a:schemeClr val="accent6">
                <a:lumMod val="97000"/>
                <a:lumOff val="3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CD979-A1D9-4D74-90B0-BDAF57B70F32}">
      <dsp:nvSpPr>
        <dsp:cNvPr id="0" name=""/>
        <dsp:cNvSpPr/>
      </dsp:nvSpPr>
      <dsp:spPr>
        <a:xfrm>
          <a:off x="3030428" y="583677"/>
          <a:ext cx="3784487" cy="1505838"/>
        </a:xfrm>
        <a:prstGeom prst="roundRect">
          <a:avLst/>
        </a:prstGeom>
        <a:solidFill>
          <a:srgbClr val="FFF6D9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Holistic Approach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Beyond simple calculators — we integrate measurement, benchmarking, insights, and community</a:t>
          </a:r>
          <a:endParaRPr lang="en-IN" sz="2400" kern="1200" dirty="0">
            <a:latin typeface="Gill Sans MT" panose="020B0502020104020203" pitchFamily="34" charset="0"/>
          </a:endParaRPr>
        </a:p>
      </dsp:txBody>
      <dsp:txXfrm>
        <a:off x="3103937" y="657186"/>
        <a:ext cx="3637469" cy="1358820"/>
      </dsp:txXfrm>
    </dsp:sp>
    <dsp:sp modelId="{909EA804-2940-419D-B7CB-6F3E976C5AE2}">
      <dsp:nvSpPr>
        <dsp:cNvPr id="0" name=""/>
        <dsp:cNvSpPr/>
      </dsp:nvSpPr>
      <dsp:spPr>
        <a:xfrm>
          <a:off x="3030428" y="2255257"/>
          <a:ext cx="3784487" cy="1325935"/>
        </a:xfrm>
        <a:prstGeom prst="roundRect">
          <a:avLst/>
        </a:prstGeom>
        <a:solidFill>
          <a:srgbClr val="FFF6D9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Behavior Science</a:t>
          </a:r>
          <a:endParaRPr lang="en-IN" sz="24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 and habit-building tools proven to sustain long-term behavioral change</a:t>
          </a:r>
          <a:endParaRPr lang="en-IN" sz="1800" kern="1200" dirty="0">
            <a:latin typeface="Gill Sans MT" panose="020B0502020104020203" pitchFamily="34" charset="0"/>
          </a:endParaRPr>
        </a:p>
      </dsp:txBody>
      <dsp:txXfrm>
        <a:off x="3095155" y="2319984"/>
        <a:ext cx="3655033" cy="1196481"/>
      </dsp:txXfrm>
    </dsp:sp>
    <dsp:sp modelId="{72FD0E5C-9A8A-4B14-8A18-EFB3231A6EDE}">
      <dsp:nvSpPr>
        <dsp:cNvPr id="0" name=""/>
        <dsp:cNvSpPr/>
      </dsp:nvSpPr>
      <dsp:spPr>
        <a:xfrm>
          <a:off x="3030428" y="3746934"/>
          <a:ext cx="3784487" cy="1325935"/>
        </a:xfrm>
        <a:prstGeom prst="roundRect">
          <a:avLst/>
        </a:prstGeom>
        <a:solidFill>
          <a:srgbClr val="FFF6D9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Local Intelligence</a:t>
          </a:r>
          <a:endParaRPr lang="en-IN" sz="2400" kern="1200" dirty="0">
            <a:latin typeface="Gill Sans MT" panose="020B05020201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 err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Airefy</a:t>
          </a:r>
          <a:r>
            <a:rPr lang="en-US" sz="18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provides context-aware recommendations based on real-time air quality data</a:t>
          </a:r>
          <a:endParaRPr lang="en-IN" sz="1800" kern="1200" dirty="0">
            <a:latin typeface="Gill Sans MT" panose="020B0502020104020203" pitchFamily="34" charset="0"/>
          </a:endParaRPr>
        </a:p>
      </dsp:txBody>
      <dsp:txXfrm>
        <a:off x="3095155" y="3811661"/>
        <a:ext cx="3655033" cy="11964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DCF80-0F8D-4A7E-912E-FD545BBAFF59}">
      <dsp:nvSpPr>
        <dsp:cNvPr id="0" name=""/>
        <dsp:cNvSpPr/>
      </dsp:nvSpPr>
      <dsp:spPr>
        <a:xfrm>
          <a:off x="1087" y="866097"/>
          <a:ext cx="1877094" cy="1655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155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Multi-category tracking (travel, energy, diet, lifestyle)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39180" y="904190"/>
        <a:ext cx="1800908" cy="1224404"/>
      </dsp:txXfrm>
    </dsp:sp>
    <dsp:sp modelId="{A08CA76B-D45D-435E-B52C-B7CBD665A5E8}">
      <dsp:nvSpPr>
        <dsp:cNvPr id="0" name=""/>
        <dsp:cNvSpPr/>
      </dsp:nvSpPr>
      <dsp:spPr>
        <a:xfrm>
          <a:off x="994126" y="1009038"/>
          <a:ext cx="2306191" cy="2306191"/>
        </a:xfrm>
        <a:prstGeom prst="leftCircularArrow">
          <a:avLst>
            <a:gd name="adj1" fmla="val 3521"/>
            <a:gd name="adj2" fmla="val 437161"/>
            <a:gd name="adj3" fmla="val 2213915"/>
            <a:gd name="adj4" fmla="val 9025732"/>
            <a:gd name="adj5" fmla="val 410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8EDAC5-E3A1-44E8-9115-65DB6C9B5254}">
      <dsp:nvSpPr>
        <dsp:cNvPr id="0" name=""/>
        <dsp:cNvSpPr/>
      </dsp:nvSpPr>
      <dsp:spPr>
        <a:xfrm>
          <a:off x="340731" y="2091356"/>
          <a:ext cx="1760225" cy="5964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Comprehensive CO₂ Calculator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358199" y="2108824"/>
        <a:ext cx="1725289" cy="561480"/>
      </dsp:txXfrm>
    </dsp:sp>
    <dsp:sp modelId="{0167572C-C149-463D-BD0A-01793F0628EB}">
      <dsp:nvSpPr>
        <dsp:cNvPr id="0" name=""/>
        <dsp:cNvSpPr/>
      </dsp:nvSpPr>
      <dsp:spPr>
        <a:xfrm>
          <a:off x="2487683" y="769769"/>
          <a:ext cx="1902217" cy="18428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5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Compare footprint against demographic averages for meaningful context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2530092" y="1207074"/>
        <a:ext cx="1817399" cy="1363133"/>
      </dsp:txXfrm>
    </dsp:sp>
    <dsp:sp modelId="{A9CDAADA-3E8D-43D6-8DDD-D176ECDD4538}">
      <dsp:nvSpPr>
        <dsp:cNvPr id="0" name=""/>
        <dsp:cNvSpPr/>
      </dsp:nvSpPr>
      <dsp:spPr>
        <a:xfrm>
          <a:off x="3489610" y="57693"/>
          <a:ext cx="2356433" cy="2356433"/>
        </a:xfrm>
        <a:prstGeom prst="circularArrow">
          <a:avLst>
            <a:gd name="adj1" fmla="val 3446"/>
            <a:gd name="adj2" fmla="val 427075"/>
            <a:gd name="adj3" fmla="val 19398739"/>
            <a:gd name="adj4" fmla="val 12576835"/>
            <a:gd name="adj5" fmla="val 4021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A98B5B-EF18-4118-BC43-0C9DEB9807C1}">
      <dsp:nvSpPr>
        <dsp:cNvPr id="0" name=""/>
        <dsp:cNvSpPr/>
      </dsp:nvSpPr>
      <dsp:spPr>
        <a:xfrm>
          <a:off x="2970108" y="697166"/>
          <a:ext cx="1499787" cy="5964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 dirty="0" err="1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EcoTwin</a:t>
          </a:r>
          <a:r>
            <a:rPr lang="en-US" sz="155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Benchmarking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2987576" y="714634"/>
        <a:ext cx="1464851" cy="561480"/>
      </dsp:txXfrm>
    </dsp:sp>
    <dsp:sp modelId="{6721169C-E91B-4E1F-A63D-14FF4427ABD6}">
      <dsp:nvSpPr>
        <dsp:cNvPr id="0" name=""/>
        <dsp:cNvSpPr/>
      </dsp:nvSpPr>
      <dsp:spPr>
        <a:xfrm>
          <a:off x="4856622" y="874539"/>
          <a:ext cx="1875086" cy="16382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5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Personalized, actionable recommendations based on user patterns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4894324" y="912241"/>
        <a:ext cx="1799682" cy="1211824"/>
      </dsp:txXfrm>
    </dsp:sp>
    <dsp:sp modelId="{6624BB6D-2F1B-4054-9145-F2A1E243276C}">
      <dsp:nvSpPr>
        <dsp:cNvPr id="0" name=""/>
        <dsp:cNvSpPr/>
      </dsp:nvSpPr>
      <dsp:spPr>
        <a:xfrm>
          <a:off x="5856443" y="1099239"/>
          <a:ext cx="2185079" cy="2185079"/>
        </a:xfrm>
        <a:prstGeom prst="leftCircularArrow">
          <a:avLst>
            <a:gd name="adj1" fmla="val 3717"/>
            <a:gd name="adj2" fmla="val 463553"/>
            <a:gd name="adj3" fmla="val 2239600"/>
            <a:gd name="adj4" fmla="val 9025026"/>
            <a:gd name="adj5" fmla="val 4336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2FA7FA-2BF0-4B37-8FF0-B006D09DFA4D}">
      <dsp:nvSpPr>
        <dsp:cNvPr id="0" name=""/>
        <dsp:cNvSpPr/>
      </dsp:nvSpPr>
      <dsp:spPr>
        <a:xfrm>
          <a:off x="5325482" y="2091296"/>
          <a:ext cx="1499787" cy="5964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AI-Powered Insights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5342950" y="2108764"/>
        <a:ext cx="1464851" cy="561480"/>
      </dsp:txXfrm>
    </dsp:sp>
    <dsp:sp modelId="{B5D67F1B-05CF-469C-BC93-6AF857F09E9A}">
      <dsp:nvSpPr>
        <dsp:cNvPr id="0" name=""/>
        <dsp:cNvSpPr/>
      </dsp:nvSpPr>
      <dsp:spPr>
        <a:xfrm>
          <a:off x="7211996" y="834332"/>
          <a:ext cx="1952025" cy="17146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5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 quality monitoring with location-specific eco-advice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7251455" y="1241213"/>
        <a:ext cx="1873107" cy="1268296"/>
      </dsp:txXfrm>
    </dsp:sp>
    <dsp:sp modelId="{41B67F7B-AF1A-4029-A89A-6A630C20AA8A}">
      <dsp:nvSpPr>
        <dsp:cNvPr id="0" name=""/>
        <dsp:cNvSpPr/>
      </dsp:nvSpPr>
      <dsp:spPr>
        <a:xfrm>
          <a:off x="7719325" y="697624"/>
          <a:ext cx="1499787" cy="5964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Airefy Intelligence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7736793" y="715092"/>
        <a:ext cx="1464851" cy="5614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8F1AD-E4FF-478A-B401-8F5534F8ED6D}">
      <dsp:nvSpPr>
        <dsp:cNvPr id="0" name=""/>
        <dsp:cNvSpPr/>
      </dsp:nvSpPr>
      <dsp:spPr>
        <a:xfrm>
          <a:off x="57266" y="796671"/>
          <a:ext cx="2164680" cy="15308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155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Badges, daily streaks, and competitive leaderboards drive sustained engagement</a:t>
          </a:r>
          <a:endParaRPr lang="en-IN" sz="1550" kern="1200" dirty="0">
            <a:latin typeface="Gill Sans MT" panose="020B0502020104020203" pitchFamily="34" charset="0"/>
          </a:endParaRPr>
        </a:p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endParaRPr lang="en-IN" sz="1550" kern="1200" dirty="0">
            <a:latin typeface="Gill Sans MT" panose="020B0502020104020203" pitchFamily="34" charset="0"/>
          </a:endParaRPr>
        </a:p>
      </dsp:txBody>
      <dsp:txXfrm>
        <a:off x="92495" y="831900"/>
        <a:ext cx="2094222" cy="1132359"/>
      </dsp:txXfrm>
    </dsp:sp>
    <dsp:sp modelId="{4B18AC13-BC5E-4005-B80A-D627E5E8EB67}">
      <dsp:nvSpPr>
        <dsp:cNvPr id="0" name=""/>
        <dsp:cNvSpPr/>
      </dsp:nvSpPr>
      <dsp:spPr>
        <a:xfrm>
          <a:off x="1196332" y="951399"/>
          <a:ext cx="2357613" cy="2357613"/>
        </a:xfrm>
        <a:prstGeom prst="leftCircularArrow">
          <a:avLst>
            <a:gd name="adj1" fmla="val 4463"/>
            <a:gd name="adj2" fmla="val 566823"/>
            <a:gd name="adj3" fmla="val 2344050"/>
            <a:gd name="adj4" fmla="val 9026206"/>
            <a:gd name="adj5" fmla="val 520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F4B04C-EF7B-4508-A0FE-07E3EC86A161}">
      <dsp:nvSpPr>
        <dsp:cNvPr id="0" name=""/>
        <dsp:cNvSpPr/>
      </dsp:nvSpPr>
      <dsp:spPr>
        <a:xfrm>
          <a:off x="624036" y="1999488"/>
          <a:ext cx="1649827" cy="6560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Gamification System:</a:t>
          </a:r>
          <a:r>
            <a:rPr lang="en-US" sz="155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643252" y="2018704"/>
        <a:ext cx="1611395" cy="617650"/>
      </dsp:txXfrm>
    </dsp:sp>
    <dsp:sp modelId="{733CC8DC-9A3D-4987-ADE4-1FA4C6C06F38}">
      <dsp:nvSpPr>
        <dsp:cNvPr id="0" name=""/>
        <dsp:cNvSpPr/>
      </dsp:nvSpPr>
      <dsp:spPr>
        <a:xfrm>
          <a:off x="2774921" y="666289"/>
          <a:ext cx="1856055" cy="17897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3750088"/>
              <a:satOff val="-5627"/>
              <a:lumOff val="-915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5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Generate shareable carbon footprint certificates for social accountability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2816109" y="1090999"/>
        <a:ext cx="1773679" cy="1323873"/>
      </dsp:txXfrm>
    </dsp:sp>
    <dsp:sp modelId="{3C6175CE-202D-43E9-833E-4D7158B5EE3E}">
      <dsp:nvSpPr>
        <dsp:cNvPr id="0" name=""/>
        <dsp:cNvSpPr/>
      </dsp:nvSpPr>
      <dsp:spPr>
        <a:xfrm>
          <a:off x="3743682" y="-244837"/>
          <a:ext cx="2594776" cy="2594776"/>
        </a:xfrm>
        <a:prstGeom prst="circularArrow">
          <a:avLst>
            <a:gd name="adj1" fmla="val 4055"/>
            <a:gd name="adj2" fmla="val 509914"/>
            <a:gd name="adj3" fmla="val 19316119"/>
            <a:gd name="adj4" fmla="val 12577055"/>
            <a:gd name="adj5" fmla="val 4731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9031C1-D020-41AA-BB38-C02B9BF0A669}">
      <dsp:nvSpPr>
        <dsp:cNvPr id="0" name=""/>
        <dsp:cNvSpPr/>
      </dsp:nvSpPr>
      <dsp:spPr>
        <a:xfrm>
          <a:off x="3187378" y="467705"/>
          <a:ext cx="1649827" cy="6560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QR Profile Sharing:</a:t>
          </a:r>
          <a:r>
            <a:rPr lang="en-US" sz="155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endParaRPr lang="en-IN" sz="1550" kern="1200">
            <a:latin typeface="Gill Sans MT" panose="020B0502020104020203" pitchFamily="34" charset="0"/>
          </a:endParaRPr>
        </a:p>
      </dsp:txBody>
      <dsp:txXfrm>
        <a:off x="3206594" y="486921"/>
        <a:ext cx="1611395" cy="617650"/>
      </dsp:txXfrm>
    </dsp:sp>
    <dsp:sp modelId="{F526F348-B292-4502-BF3F-B27829578653}">
      <dsp:nvSpPr>
        <dsp:cNvPr id="0" name=""/>
        <dsp:cNvSpPr/>
      </dsp:nvSpPr>
      <dsp:spPr>
        <a:xfrm>
          <a:off x="5338263" y="796671"/>
          <a:ext cx="1856055" cy="15308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7500176"/>
              <a:satOff val="-11253"/>
              <a:lumOff val="-183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155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Connect with eco-conscious users, share achievements and tips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5373492" y="831900"/>
        <a:ext cx="1785597" cy="1132359"/>
      </dsp:txXfrm>
    </dsp:sp>
    <dsp:sp modelId="{41DDF3A2-5BD2-42FE-8DDA-47BE97035299}">
      <dsp:nvSpPr>
        <dsp:cNvPr id="0" name=""/>
        <dsp:cNvSpPr/>
      </dsp:nvSpPr>
      <dsp:spPr>
        <a:xfrm>
          <a:off x="6322862" y="951127"/>
          <a:ext cx="2357613" cy="2357613"/>
        </a:xfrm>
        <a:prstGeom prst="leftCircularArrow">
          <a:avLst>
            <a:gd name="adj1" fmla="val 4463"/>
            <a:gd name="adj2" fmla="val 566823"/>
            <a:gd name="adj3" fmla="val 2343040"/>
            <a:gd name="adj4" fmla="val 9025195"/>
            <a:gd name="adj5" fmla="val 5207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9F28A9-EBDF-4143-A0E4-176519EF98C7}">
      <dsp:nvSpPr>
        <dsp:cNvPr id="0" name=""/>
        <dsp:cNvSpPr/>
      </dsp:nvSpPr>
      <dsp:spPr>
        <a:xfrm>
          <a:off x="5750720" y="1999488"/>
          <a:ext cx="1649827" cy="6560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Community Wall:</a:t>
          </a:r>
          <a:r>
            <a:rPr lang="en-US" sz="155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5769936" y="2018704"/>
        <a:ext cx="1611395" cy="617650"/>
      </dsp:txXfrm>
    </dsp:sp>
    <dsp:sp modelId="{A560D73E-BCAF-4E13-9B84-D4209DC394C1}">
      <dsp:nvSpPr>
        <dsp:cNvPr id="0" name=""/>
        <dsp:cNvSpPr/>
      </dsp:nvSpPr>
      <dsp:spPr>
        <a:xfrm>
          <a:off x="7901605" y="743032"/>
          <a:ext cx="1856055" cy="16373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889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5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Redeem eco-points for sustainable products and partner rewards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7939286" y="1131579"/>
        <a:ext cx="1780693" cy="1211147"/>
      </dsp:txXfrm>
    </dsp:sp>
    <dsp:sp modelId="{30943B8E-5947-4FBF-B7B5-904795FC159B}">
      <dsp:nvSpPr>
        <dsp:cNvPr id="0" name=""/>
        <dsp:cNvSpPr/>
      </dsp:nvSpPr>
      <dsp:spPr>
        <a:xfrm>
          <a:off x="8314062" y="468249"/>
          <a:ext cx="1649827" cy="6560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6889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Green Marketplace</a:t>
          </a:r>
          <a:endParaRPr lang="en-IN" sz="1550" kern="1200" dirty="0">
            <a:latin typeface="Gill Sans MT" panose="020B0502020104020203" pitchFamily="34" charset="0"/>
          </a:endParaRPr>
        </a:p>
      </dsp:txBody>
      <dsp:txXfrm>
        <a:off x="8333278" y="487465"/>
        <a:ext cx="1611395" cy="61765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E35B2-EACC-4212-AB19-7EE3AA199CBD}">
      <dsp:nvSpPr>
        <dsp:cNvPr id="0" name=""/>
        <dsp:cNvSpPr/>
      </dsp:nvSpPr>
      <dsp:spPr>
        <a:xfrm>
          <a:off x="4803" y="689790"/>
          <a:ext cx="2796233" cy="1118493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5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Enhanced Awareness:</a:t>
          </a:r>
          <a:r>
            <a:rPr lang="en-US" sz="15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Users gain quantified understanding of their environmental impact</a:t>
          </a:r>
          <a:endParaRPr lang="en-IN" sz="1500" kern="1200" dirty="0">
            <a:latin typeface="Gill Sans MT" panose="020B0502020104020203" pitchFamily="34" charset="0"/>
          </a:endParaRPr>
        </a:p>
      </dsp:txBody>
      <dsp:txXfrm>
        <a:off x="564050" y="689790"/>
        <a:ext cx="1677740" cy="1118493"/>
      </dsp:txXfrm>
    </dsp:sp>
    <dsp:sp modelId="{E3AEADE0-F1CB-4E9E-A53D-8865D4460218}">
      <dsp:nvSpPr>
        <dsp:cNvPr id="0" name=""/>
        <dsp:cNvSpPr/>
      </dsp:nvSpPr>
      <dsp:spPr>
        <a:xfrm>
          <a:off x="2521413" y="689790"/>
          <a:ext cx="2796233" cy="1118493"/>
        </a:xfrm>
        <a:prstGeom prst="chevron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5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Informed Decision-Making:</a:t>
          </a:r>
          <a:r>
            <a:rPr lang="en-US" sz="15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Data-driven insights guide daily choices toward sustainability</a:t>
          </a:r>
          <a:endParaRPr lang="en-IN" sz="1500" kern="1200" dirty="0">
            <a:latin typeface="Gill Sans MT" panose="020B0502020104020203" pitchFamily="34" charset="0"/>
          </a:endParaRPr>
        </a:p>
      </dsp:txBody>
      <dsp:txXfrm>
        <a:off x="3080660" y="689790"/>
        <a:ext cx="1677740" cy="1118493"/>
      </dsp:txXfrm>
    </dsp:sp>
    <dsp:sp modelId="{022C2E65-032E-416B-9628-1B5E051FBA80}">
      <dsp:nvSpPr>
        <dsp:cNvPr id="0" name=""/>
        <dsp:cNvSpPr/>
      </dsp:nvSpPr>
      <dsp:spPr>
        <a:xfrm>
          <a:off x="5038024" y="689790"/>
          <a:ext cx="2796233" cy="1118493"/>
        </a:xfrm>
        <a:prstGeom prst="chevron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40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Measurable</a:t>
          </a:r>
          <a:r>
            <a:rPr lang="en-US" sz="1500" b="1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Reduction:</a:t>
          </a:r>
          <a:r>
            <a:rPr lang="en-US" sz="1500" kern="1200" dirty="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Average 15-20% CO₂ reduction within first 3 months of active use</a:t>
          </a:r>
          <a:endParaRPr lang="en-IN" sz="1500" kern="1200" dirty="0">
            <a:latin typeface="Gill Sans MT" panose="020B0502020104020203" pitchFamily="34" charset="0"/>
          </a:endParaRPr>
        </a:p>
      </dsp:txBody>
      <dsp:txXfrm>
        <a:off x="5597271" y="689790"/>
        <a:ext cx="1677740" cy="1118493"/>
      </dsp:txXfrm>
    </dsp:sp>
    <dsp:sp modelId="{42AF0FBB-4AC0-4D69-959F-2C9D8440E854}">
      <dsp:nvSpPr>
        <dsp:cNvPr id="0" name=""/>
        <dsp:cNvSpPr/>
      </dsp:nvSpPr>
      <dsp:spPr>
        <a:xfrm>
          <a:off x="7554634" y="689790"/>
          <a:ext cx="2796233" cy="1118493"/>
        </a:xfrm>
        <a:prstGeom prst="chevron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5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Sustained Engagement:</a:t>
          </a:r>
          <a:r>
            <a:rPr lang="en-US" sz="15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Gamification ensures 70%+ user retention over 6 months</a:t>
          </a:r>
          <a:endParaRPr lang="en-IN" sz="1500" kern="1200" dirty="0">
            <a:latin typeface="Gill Sans MT" panose="020B0502020104020203" pitchFamily="34" charset="0"/>
          </a:endParaRPr>
        </a:p>
      </dsp:txBody>
      <dsp:txXfrm>
        <a:off x="8113881" y="689790"/>
        <a:ext cx="1677740" cy="111849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E99DF-8742-4FBB-A202-F78FF0BEAB3D}">
      <dsp:nvSpPr>
        <dsp:cNvPr id="0" name=""/>
        <dsp:cNvSpPr/>
      </dsp:nvSpPr>
      <dsp:spPr>
        <a:xfrm>
          <a:off x="4704" y="1273049"/>
          <a:ext cx="2738543" cy="1095417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4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Community Movement:</a:t>
          </a:r>
          <a:r>
            <a:rPr lang="en-US" sz="14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Social sharing creates ripple effect, amplifying environmental awareness</a:t>
          </a:r>
          <a:endParaRPr lang="en-IN" sz="1400" kern="1200" dirty="0">
            <a:latin typeface="Gill Sans MT" panose="020B0502020104020203" pitchFamily="34" charset="0"/>
          </a:endParaRPr>
        </a:p>
      </dsp:txBody>
      <dsp:txXfrm>
        <a:off x="552413" y="1273049"/>
        <a:ext cx="1643126" cy="1095417"/>
      </dsp:txXfrm>
    </dsp:sp>
    <dsp:sp modelId="{4F99F386-B412-4358-A43D-15A22EA76D25}">
      <dsp:nvSpPr>
        <dsp:cNvPr id="0" name=""/>
        <dsp:cNvSpPr/>
      </dsp:nvSpPr>
      <dsp:spPr>
        <a:xfrm>
          <a:off x="2469393" y="1273049"/>
          <a:ext cx="2738543" cy="1095417"/>
        </a:xfrm>
        <a:prstGeom prst="chevron">
          <a:avLst/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4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Habit Formation:</a:t>
          </a:r>
          <a:r>
            <a:rPr lang="en-US" sz="14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Streak systems and badges build long-term eco-friendly routines</a:t>
          </a:r>
          <a:endParaRPr lang="en-IN" sz="1400" kern="1200" dirty="0">
            <a:latin typeface="Gill Sans MT" panose="020B0502020104020203" pitchFamily="34" charset="0"/>
          </a:endParaRPr>
        </a:p>
      </dsp:txBody>
      <dsp:txXfrm>
        <a:off x="3017102" y="1273049"/>
        <a:ext cx="1643126" cy="1095417"/>
      </dsp:txXfrm>
    </dsp:sp>
    <dsp:sp modelId="{F20B0697-6204-431A-9B97-65977B71F746}">
      <dsp:nvSpPr>
        <dsp:cNvPr id="0" name=""/>
        <dsp:cNvSpPr/>
      </dsp:nvSpPr>
      <dsp:spPr>
        <a:xfrm>
          <a:off x="4934082" y="1273049"/>
          <a:ext cx="2738543" cy="1095417"/>
        </a:xfrm>
        <a:prstGeom prst="chevron">
          <a:avLst/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4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Recognition &amp; Motivation:</a:t>
          </a:r>
          <a:r>
            <a:rPr lang="en-US" sz="14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Achievement certificates provide tangible validation of progress</a:t>
          </a:r>
          <a:endParaRPr lang="en-IN" sz="1400" kern="1200" dirty="0">
            <a:latin typeface="Gill Sans MT" panose="020B0502020104020203" pitchFamily="34" charset="0"/>
          </a:endParaRPr>
        </a:p>
      </dsp:txBody>
      <dsp:txXfrm>
        <a:off x="5481791" y="1273049"/>
        <a:ext cx="1643126" cy="1095417"/>
      </dsp:txXfrm>
    </dsp:sp>
    <dsp:sp modelId="{95050089-A668-4DDD-A940-C777DCD1FB59}">
      <dsp:nvSpPr>
        <dsp:cNvPr id="0" name=""/>
        <dsp:cNvSpPr/>
      </dsp:nvSpPr>
      <dsp:spPr>
        <a:xfrm>
          <a:off x="7398771" y="1273049"/>
          <a:ext cx="2738543" cy="1095417"/>
        </a:xfrm>
        <a:prstGeom prst="chevron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ct val="100000"/>
            <a:buNone/>
          </a:pPr>
          <a:r>
            <a:rPr lang="en-US" sz="1400" b="1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Marketplace Incentives:</a:t>
          </a:r>
          <a:r>
            <a:rPr lang="en-US" sz="1400" kern="1200"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 Reward system connects sustainability with real-world benefits</a:t>
          </a:r>
          <a:endParaRPr lang="en-IN" sz="1400" kern="1200" dirty="0">
            <a:latin typeface="Gill Sans MT" panose="020B0502020104020203" pitchFamily="34" charset="0"/>
          </a:endParaRPr>
        </a:p>
      </dsp:txBody>
      <dsp:txXfrm>
        <a:off x="7946480" y="1273049"/>
        <a:ext cx="1643126" cy="109541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3C944-0DC7-464E-A2D2-66F1406DEDDC}">
      <dsp:nvSpPr>
        <dsp:cNvPr id="0" name=""/>
        <dsp:cNvSpPr/>
      </dsp:nvSpPr>
      <dsp:spPr>
        <a:xfrm>
          <a:off x="0" y="2320132"/>
          <a:ext cx="2700216" cy="2799509"/>
        </a:xfrm>
        <a:prstGeom prst="ellipse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</dsp:sp>
    <dsp:sp modelId="{1A5F23B2-25B6-44AF-8755-F4DF945B3193}">
      <dsp:nvSpPr>
        <dsp:cNvPr id="0" name=""/>
        <dsp:cNvSpPr/>
      </dsp:nvSpPr>
      <dsp:spPr>
        <a:xfrm>
          <a:off x="662606" y="3046510"/>
          <a:ext cx="1333499" cy="1333499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</dsp:sp>
    <dsp:sp modelId="{61715401-5BFC-49FC-9D09-17E8FE00CA94}">
      <dsp:nvSpPr>
        <dsp:cNvPr id="0" name=""/>
        <dsp:cNvSpPr/>
      </dsp:nvSpPr>
      <dsp:spPr>
        <a:xfrm>
          <a:off x="3561521" y="421995"/>
          <a:ext cx="4753673" cy="166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27940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Short-term (3-6 months)</a:t>
          </a:r>
          <a:endParaRPr lang="en-IN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2200" kern="1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Mobile PWA deployment</a:t>
          </a:r>
          <a:endParaRPr lang="en-IN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Corporate partnership program</a:t>
          </a:r>
          <a:endParaRPr lang="en-US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Enhanced AI recommendation engine</a:t>
          </a:r>
          <a:endParaRPr lang="en-US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Integration with smart home devices</a:t>
          </a:r>
          <a:endParaRPr lang="en-IN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3561521" y="421995"/>
        <a:ext cx="4753673" cy="1666874"/>
      </dsp:txXfrm>
    </dsp:sp>
    <dsp:sp modelId="{3A2C8B10-6F66-49B6-B297-61661AA866BF}">
      <dsp:nvSpPr>
        <dsp:cNvPr id="0" name=""/>
        <dsp:cNvSpPr/>
      </dsp:nvSpPr>
      <dsp:spPr>
        <a:xfrm>
          <a:off x="4083446" y="1133684"/>
          <a:ext cx="50006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BC866-A91D-4C86-9F06-2170AA01B65E}">
      <dsp:nvSpPr>
        <dsp:cNvPr id="0" name=""/>
        <dsp:cNvSpPr/>
      </dsp:nvSpPr>
      <dsp:spPr>
        <a:xfrm rot="5400000">
          <a:off x="976690" y="1424353"/>
          <a:ext cx="2557757" cy="224991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E88EC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FAA47-0D21-4151-B0AC-2F9D212774B9}">
      <dsp:nvSpPr>
        <dsp:cNvPr id="0" name=""/>
        <dsp:cNvSpPr/>
      </dsp:nvSpPr>
      <dsp:spPr>
        <a:xfrm>
          <a:off x="3713920" y="2590799"/>
          <a:ext cx="4172200" cy="166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27940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Long-term (6-12 months)</a:t>
          </a:r>
          <a:endParaRPr lang="en-IN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Char char="•"/>
          </a:pPr>
          <a:r>
            <a:rPr lang="en-US" sz="2200" kern="1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Carbon offset marketplace integration</a:t>
          </a:r>
          <a:endParaRPr lang="en-IN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B2B enterprise solutions</a:t>
          </a:r>
          <a:endParaRPr lang="en-US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Global expansion and localization</a:t>
          </a:r>
          <a:endParaRPr lang="en-US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solidFill>
                <a:schemeClr val="bg1"/>
              </a:solidFill>
              <a:latin typeface="Gill Sans MT" panose="020B0502020104020203" pitchFamily="34" charset="0"/>
              <a:ea typeface="Arial" pitchFamily="34" charset="-122"/>
              <a:cs typeface="Arial" pitchFamily="34" charset="-120"/>
            </a:rPr>
            <a:t>Research partnerships with universities</a:t>
          </a:r>
          <a:endParaRPr lang="en-IN" sz="2200" kern="1200" dirty="0">
            <a:solidFill>
              <a:schemeClr val="bg1"/>
            </a:solidFill>
            <a:latin typeface="Gill Sans MT" panose="020B0502020104020203" pitchFamily="34" charset="0"/>
          </a:endParaRPr>
        </a:p>
      </dsp:txBody>
      <dsp:txXfrm>
        <a:off x="3713920" y="2590799"/>
        <a:ext cx="4172200" cy="1666874"/>
      </dsp:txXfrm>
    </dsp:sp>
    <dsp:sp modelId="{C5C1A5D7-E9F3-41C2-BAA3-95713FE23980}">
      <dsp:nvSpPr>
        <dsp:cNvPr id="0" name=""/>
        <dsp:cNvSpPr/>
      </dsp:nvSpPr>
      <dsp:spPr>
        <a:xfrm flipH="1" flipV="1">
          <a:off x="8326581" y="5288279"/>
          <a:ext cx="200289" cy="4572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E88EC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0D023-44F5-4E94-9154-B18BC59C26E1}">
      <dsp:nvSpPr>
        <dsp:cNvPr id="0" name=""/>
        <dsp:cNvSpPr/>
      </dsp:nvSpPr>
      <dsp:spPr>
        <a:xfrm rot="5400000">
          <a:off x="1261221" y="2917387"/>
          <a:ext cx="2276532" cy="2080564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E88EC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diagramColors" Target="../diagrams/colors1.xml"/><Relationship Id="rId18" Type="http://schemas.openxmlformats.org/officeDocument/2006/relationships/diagramColors" Target="../diagrams/colors2.xml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diagramQuickStyle" Target="../diagrams/quickStyle1.xml"/><Relationship Id="rId17" Type="http://schemas.openxmlformats.org/officeDocument/2006/relationships/diagramQuickStyle" Target="../diagrams/quickStyle2.xml"/><Relationship Id="rId2" Type="http://schemas.openxmlformats.org/officeDocument/2006/relationships/image" Target="../media/image11.jpeg"/><Relationship Id="rId16" Type="http://schemas.openxmlformats.org/officeDocument/2006/relationships/diagramLayout" Target="../diagrams/layout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14.svg"/><Relationship Id="rId15" Type="http://schemas.openxmlformats.org/officeDocument/2006/relationships/diagramData" Target="../diagrams/data2.xml"/><Relationship Id="rId10" Type="http://schemas.openxmlformats.org/officeDocument/2006/relationships/diagramData" Target="../diagrams/data1.xml"/><Relationship Id="rId19" Type="http://schemas.microsoft.com/office/2007/relationships/diagramDrawing" Target="../diagrams/drawing2.xml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diagramColors" Target="../diagrams/colors3.xml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diagramQuickStyle" Target="../diagrams/quickStyle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diagramLayout" Target="../diagrams/layout3.xml"/><Relationship Id="rId5" Type="http://schemas.openxmlformats.org/officeDocument/2006/relationships/image" Target="../media/image14.svg"/><Relationship Id="rId10" Type="http://schemas.openxmlformats.org/officeDocument/2006/relationships/diagramData" Target="../diagrams/data3.xml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microsoft.com/office/2007/relationships/diagramDrawing" Target="../diagrams/drawing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diagramColors" Target="../diagrams/colors4.xml"/><Relationship Id="rId18" Type="http://schemas.openxmlformats.org/officeDocument/2006/relationships/diagramColors" Target="../diagrams/colors5.xml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diagramQuickStyle" Target="../diagrams/quickStyle4.xml"/><Relationship Id="rId17" Type="http://schemas.openxmlformats.org/officeDocument/2006/relationships/diagramQuickStyle" Target="../diagrams/quickStyle5.xml"/><Relationship Id="rId2" Type="http://schemas.openxmlformats.org/officeDocument/2006/relationships/image" Target="../media/image11.jpeg"/><Relationship Id="rId16" Type="http://schemas.openxmlformats.org/officeDocument/2006/relationships/diagramLayout" Target="../diagrams/layout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diagramLayout" Target="../diagrams/layout4.xml"/><Relationship Id="rId5" Type="http://schemas.openxmlformats.org/officeDocument/2006/relationships/image" Target="../media/image14.svg"/><Relationship Id="rId15" Type="http://schemas.openxmlformats.org/officeDocument/2006/relationships/diagramData" Target="../diagrams/data5.xml"/><Relationship Id="rId10" Type="http://schemas.openxmlformats.org/officeDocument/2006/relationships/diagramData" Target="../diagrams/data4.xml"/><Relationship Id="rId19" Type="http://schemas.microsoft.com/office/2007/relationships/diagramDrawing" Target="../diagrams/drawing5.xml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microsoft.com/office/2007/relationships/diagramDrawing" Target="../diagrams/drawin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diagramColors" Target="../diagrams/colors6.xml"/><Relationship Id="rId18" Type="http://schemas.openxmlformats.org/officeDocument/2006/relationships/diagramColors" Target="../diagrams/colors7.xml"/><Relationship Id="rId3" Type="http://schemas.openxmlformats.org/officeDocument/2006/relationships/image" Target="../media/image12.png"/><Relationship Id="rId21" Type="http://schemas.openxmlformats.org/officeDocument/2006/relationships/diagramLayout" Target="../diagrams/layout8.xml"/><Relationship Id="rId7" Type="http://schemas.openxmlformats.org/officeDocument/2006/relationships/image" Target="../media/image16.svg"/><Relationship Id="rId12" Type="http://schemas.openxmlformats.org/officeDocument/2006/relationships/diagramQuickStyle" Target="../diagrams/quickStyle6.xml"/><Relationship Id="rId17" Type="http://schemas.openxmlformats.org/officeDocument/2006/relationships/diagramQuickStyle" Target="../diagrams/quickStyle7.xml"/><Relationship Id="rId2" Type="http://schemas.openxmlformats.org/officeDocument/2006/relationships/image" Target="../media/image11.jpeg"/><Relationship Id="rId16" Type="http://schemas.openxmlformats.org/officeDocument/2006/relationships/diagramLayout" Target="../diagrams/layout7.xml"/><Relationship Id="rId20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diagramLayout" Target="../diagrams/layout6.xml"/><Relationship Id="rId24" Type="http://schemas.microsoft.com/office/2007/relationships/diagramDrawing" Target="../diagrams/drawing8.xml"/><Relationship Id="rId5" Type="http://schemas.openxmlformats.org/officeDocument/2006/relationships/image" Target="../media/image14.svg"/><Relationship Id="rId15" Type="http://schemas.openxmlformats.org/officeDocument/2006/relationships/diagramData" Target="../diagrams/data7.xml"/><Relationship Id="rId23" Type="http://schemas.openxmlformats.org/officeDocument/2006/relationships/diagramColors" Target="../diagrams/colors8.xml"/><Relationship Id="rId10" Type="http://schemas.openxmlformats.org/officeDocument/2006/relationships/diagramData" Target="../diagrams/data6.xml"/><Relationship Id="rId19" Type="http://schemas.microsoft.com/office/2007/relationships/diagramDrawing" Target="../diagrams/drawing7.xml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microsoft.com/office/2007/relationships/diagramDrawing" Target="../diagrams/drawing6.xml"/><Relationship Id="rId22" Type="http://schemas.openxmlformats.org/officeDocument/2006/relationships/diagramQuickStyle" Target="../diagrams/quickStyle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13" Type="http://schemas.openxmlformats.org/officeDocument/2006/relationships/diagramColors" Target="../diagrams/colors10.xml"/><Relationship Id="rId18" Type="http://schemas.openxmlformats.org/officeDocument/2006/relationships/diagramColors" Target="../diagrams/colors11.xml"/><Relationship Id="rId3" Type="http://schemas.openxmlformats.org/officeDocument/2006/relationships/image" Target="../media/image17.png"/><Relationship Id="rId7" Type="http://schemas.openxmlformats.org/officeDocument/2006/relationships/diagramQuickStyle" Target="../diagrams/quickStyle9.xml"/><Relationship Id="rId12" Type="http://schemas.openxmlformats.org/officeDocument/2006/relationships/diagramQuickStyle" Target="../diagrams/quickStyle10.xml"/><Relationship Id="rId17" Type="http://schemas.openxmlformats.org/officeDocument/2006/relationships/diagramQuickStyle" Target="../diagrams/quickStyle11.xml"/><Relationship Id="rId2" Type="http://schemas.openxmlformats.org/officeDocument/2006/relationships/image" Target="../media/image11.jpeg"/><Relationship Id="rId16" Type="http://schemas.openxmlformats.org/officeDocument/2006/relationships/diagramLayout" Target="../diagrams/layout11.xml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9.xml"/><Relationship Id="rId11" Type="http://schemas.openxmlformats.org/officeDocument/2006/relationships/diagramLayout" Target="../diagrams/layout10.xml"/><Relationship Id="rId5" Type="http://schemas.openxmlformats.org/officeDocument/2006/relationships/diagramData" Target="../diagrams/data9.xml"/><Relationship Id="rId15" Type="http://schemas.openxmlformats.org/officeDocument/2006/relationships/diagramData" Target="../diagrams/data11.xml"/><Relationship Id="rId10" Type="http://schemas.openxmlformats.org/officeDocument/2006/relationships/diagramData" Target="../diagrams/data10.xml"/><Relationship Id="rId19" Type="http://schemas.microsoft.com/office/2007/relationships/diagramDrawing" Target="../diagrams/drawing11.xml"/><Relationship Id="rId4" Type="http://schemas.openxmlformats.org/officeDocument/2006/relationships/image" Target="../media/image18.svg"/><Relationship Id="rId9" Type="http://schemas.microsoft.com/office/2007/relationships/diagramDrawing" Target="../diagrams/drawing9.xml"/><Relationship Id="rId14" Type="http://schemas.microsoft.com/office/2007/relationships/diagramDrawing" Target="../diagrams/drawing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21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3" y="294799"/>
            <a:ext cx="18795778" cy="10249243"/>
          </a:xfrm>
          <a:custGeom>
            <a:avLst/>
            <a:gdLst/>
            <a:ahLst/>
            <a:cxnLst/>
            <a:rect l="l" t="t" r="r" b="b"/>
            <a:pathLst>
              <a:path w="18795778" h="10249243">
                <a:moveTo>
                  <a:pt x="0" y="0"/>
                </a:moveTo>
                <a:lnTo>
                  <a:pt x="18795778" y="0"/>
                </a:lnTo>
                <a:lnTo>
                  <a:pt x="18795778" y="10249243"/>
                </a:lnTo>
                <a:lnTo>
                  <a:pt x="0" y="10249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-1600680">
            <a:off x="3439344" y="2653484"/>
            <a:ext cx="1209675" cy="1276350"/>
            <a:chOff x="0" y="0"/>
            <a:chExt cx="1612900" cy="1701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12900" cy="1701800"/>
            </a:xfrm>
            <a:custGeom>
              <a:avLst/>
              <a:gdLst/>
              <a:ahLst/>
              <a:cxnLst/>
              <a:rect l="l" t="t" r="r" b="b"/>
              <a:pathLst>
                <a:path w="1612900" h="1701800">
                  <a:moveTo>
                    <a:pt x="1612900" y="0"/>
                  </a:moveTo>
                  <a:lnTo>
                    <a:pt x="0" y="0"/>
                  </a:lnTo>
                  <a:lnTo>
                    <a:pt x="0" y="1701800"/>
                  </a:lnTo>
                  <a:lnTo>
                    <a:pt x="1612900" y="1701800"/>
                  </a:lnTo>
                  <a:lnTo>
                    <a:pt x="161290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1558500">
            <a:off x="15255354" y="2693813"/>
            <a:ext cx="1133475" cy="1200150"/>
            <a:chOff x="0" y="0"/>
            <a:chExt cx="1511300" cy="160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1300" cy="1600200"/>
            </a:xfrm>
            <a:custGeom>
              <a:avLst/>
              <a:gdLst/>
              <a:ahLst/>
              <a:cxnLst/>
              <a:rect l="l" t="t" r="r" b="b"/>
              <a:pathLst>
                <a:path w="1511300" h="1600200">
                  <a:moveTo>
                    <a:pt x="0" y="0"/>
                  </a:moveTo>
                  <a:lnTo>
                    <a:pt x="0" y="1600200"/>
                  </a:lnTo>
                  <a:lnTo>
                    <a:pt x="1511300" y="1600200"/>
                  </a:lnTo>
                  <a:lnTo>
                    <a:pt x="15113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5955366" y="7230685"/>
            <a:ext cx="1733550" cy="3056315"/>
          </a:xfrm>
          <a:custGeom>
            <a:avLst/>
            <a:gdLst/>
            <a:ahLst/>
            <a:cxnLst/>
            <a:rect l="l" t="t" r="r" b="b"/>
            <a:pathLst>
              <a:path w="1733550" h="3056315">
                <a:moveTo>
                  <a:pt x="0" y="0"/>
                </a:moveTo>
                <a:lnTo>
                  <a:pt x="1733550" y="0"/>
                </a:lnTo>
                <a:lnTo>
                  <a:pt x="1733550" y="3056315"/>
                </a:lnTo>
                <a:lnTo>
                  <a:pt x="0" y="30563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9"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 rot="-1968060">
            <a:off x="234725" y="209026"/>
            <a:ext cx="1133475" cy="1200150"/>
            <a:chOff x="0" y="0"/>
            <a:chExt cx="1511300" cy="160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1300" cy="1600200"/>
            </a:xfrm>
            <a:custGeom>
              <a:avLst/>
              <a:gdLst/>
              <a:ahLst/>
              <a:cxnLst/>
              <a:rect l="l" t="t" r="r" b="b"/>
              <a:pathLst>
                <a:path w="1511300" h="1600200">
                  <a:moveTo>
                    <a:pt x="1505585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1511300" y="1600200"/>
                  </a:lnTo>
                  <a:lnTo>
                    <a:pt x="1511300" y="1447419"/>
                  </a:lnTo>
                  <a:lnTo>
                    <a:pt x="1511300" y="3683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7934801" y="1835972"/>
            <a:ext cx="4907166" cy="2812894"/>
          </a:xfrm>
          <a:custGeom>
            <a:avLst/>
            <a:gdLst/>
            <a:ahLst/>
            <a:cxnLst/>
            <a:rect l="l" t="t" r="r" b="b"/>
            <a:pathLst>
              <a:path w="4907166" h="2812894">
                <a:moveTo>
                  <a:pt x="0" y="0"/>
                </a:moveTo>
                <a:lnTo>
                  <a:pt x="4907166" y="0"/>
                </a:lnTo>
                <a:lnTo>
                  <a:pt x="4907166" y="2812895"/>
                </a:lnTo>
                <a:lnTo>
                  <a:pt x="0" y="28128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640" t="-43328" r="-12128" b="-10922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934801" y="2260616"/>
            <a:ext cx="1847888" cy="1006069"/>
          </a:xfrm>
          <a:custGeom>
            <a:avLst/>
            <a:gdLst/>
            <a:ahLst/>
            <a:cxnLst/>
            <a:rect l="l" t="t" r="r" b="b"/>
            <a:pathLst>
              <a:path w="1847888" h="1006069">
                <a:moveTo>
                  <a:pt x="0" y="0"/>
                </a:moveTo>
                <a:lnTo>
                  <a:pt x="1847888" y="0"/>
                </a:lnTo>
                <a:lnTo>
                  <a:pt x="1847888" y="1006068"/>
                </a:lnTo>
                <a:lnTo>
                  <a:pt x="0" y="10060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5410" t="-302438" r="-95699" b="-13225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492544" y="2117989"/>
            <a:ext cx="2628100" cy="2443315"/>
          </a:xfrm>
          <a:custGeom>
            <a:avLst/>
            <a:gdLst/>
            <a:ahLst/>
            <a:cxnLst/>
            <a:rect l="l" t="t" r="r" b="b"/>
            <a:pathLst>
              <a:path w="2628100" h="2443315">
                <a:moveTo>
                  <a:pt x="0" y="0"/>
                </a:moveTo>
                <a:lnTo>
                  <a:pt x="2628100" y="0"/>
                </a:lnTo>
                <a:lnTo>
                  <a:pt x="2628100" y="2443314"/>
                </a:lnTo>
                <a:lnTo>
                  <a:pt x="0" y="24433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6415" t="-49814" r="-73740" b="-4766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03771" y="28670"/>
            <a:ext cx="1924050" cy="1752600"/>
          </a:xfrm>
          <a:custGeom>
            <a:avLst/>
            <a:gdLst/>
            <a:ahLst/>
            <a:cxnLst/>
            <a:rect l="l" t="t" r="r" b="b"/>
            <a:pathLst>
              <a:path w="1924050" h="1752600">
                <a:moveTo>
                  <a:pt x="0" y="0"/>
                </a:moveTo>
                <a:lnTo>
                  <a:pt x="1924050" y="0"/>
                </a:lnTo>
                <a:lnTo>
                  <a:pt x="19240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4865" b="-4917"/>
            </a:stretch>
          </a:blipFill>
        </p:spPr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5140302" y="197301"/>
            <a:ext cx="1432979" cy="1432979"/>
            <a:chOff x="0" y="0"/>
            <a:chExt cx="1432979" cy="14329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33195" cy="1433195"/>
            </a:xfrm>
            <a:custGeom>
              <a:avLst/>
              <a:gdLst/>
              <a:ahLst/>
              <a:cxnLst/>
              <a:rect l="l" t="t" r="r" b="b"/>
              <a:pathLst>
                <a:path w="1433195" h="1433195">
                  <a:moveTo>
                    <a:pt x="1432941" y="716534"/>
                  </a:moveTo>
                  <a:cubicBezTo>
                    <a:pt x="1432941" y="740029"/>
                    <a:pt x="1431798" y="763397"/>
                    <a:pt x="1429512" y="786765"/>
                  </a:cubicBezTo>
                  <a:cubicBezTo>
                    <a:pt x="1427226" y="810133"/>
                    <a:pt x="1423797" y="833247"/>
                    <a:pt x="1419225" y="856361"/>
                  </a:cubicBezTo>
                  <a:cubicBezTo>
                    <a:pt x="1414653" y="879475"/>
                    <a:pt x="1408938" y="902081"/>
                    <a:pt x="1402080" y="924560"/>
                  </a:cubicBezTo>
                  <a:cubicBezTo>
                    <a:pt x="1395222" y="947039"/>
                    <a:pt x="1387348" y="969137"/>
                    <a:pt x="1378331" y="990727"/>
                  </a:cubicBezTo>
                  <a:cubicBezTo>
                    <a:pt x="1369314" y="1012317"/>
                    <a:pt x="1359281" y="1033653"/>
                    <a:pt x="1348232" y="1054227"/>
                  </a:cubicBezTo>
                  <a:cubicBezTo>
                    <a:pt x="1337183" y="1074801"/>
                    <a:pt x="1325118" y="1094994"/>
                    <a:pt x="1312037" y="1114552"/>
                  </a:cubicBezTo>
                  <a:cubicBezTo>
                    <a:pt x="1298956" y="1134110"/>
                    <a:pt x="1284986" y="1152906"/>
                    <a:pt x="1270127" y="1171067"/>
                  </a:cubicBezTo>
                  <a:cubicBezTo>
                    <a:pt x="1255268" y="1189228"/>
                    <a:pt x="1239520" y="1206627"/>
                    <a:pt x="1222883" y="1223137"/>
                  </a:cubicBezTo>
                  <a:cubicBezTo>
                    <a:pt x="1206246" y="1239647"/>
                    <a:pt x="1188974" y="1255522"/>
                    <a:pt x="1170813" y="1270381"/>
                  </a:cubicBezTo>
                  <a:cubicBezTo>
                    <a:pt x="1152652" y="1285240"/>
                    <a:pt x="1133856" y="1299210"/>
                    <a:pt x="1114298" y="1312291"/>
                  </a:cubicBezTo>
                  <a:cubicBezTo>
                    <a:pt x="1094740" y="1325372"/>
                    <a:pt x="1074674" y="1337437"/>
                    <a:pt x="1053973" y="1348486"/>
                  </a:cubicBezTo>
                  <a:cubicBezTo>
                    <a:pt x="1033272" y="1359535"/>
                    <a:pt x="1012063" y="1369568"/>
                    <a:pt x="990473" y="1378585"/>
                  </a:cubicBezTo>
                  <a:cubicBezTo>
                    <a:pt x="968883" y="1387602"/>
                    <a:pt x="946785" y="1395476"/>
                    <a:pt x="924306" y="1402334"/>
                  </a:cubicBezTo>
                  <a:cubicBezTo>
                    <a:pt x="901827" y="1409192"/>
                    <a:pt x="879094" y="1414780"/>
                    <a:pt x="856107" y="1419479"/>
                  </a:cubicBezTo>
                  <a:cubicBezTo>
                    <a:pt x="833120" y="1424178"/>
                    <a:pt x="809879" y="1427480"/>
                    <a:pt x="786511" y="1429766"/>
                  </a:cubicBezTo>
                  <a:cubicBezTo>
                    <a:pt x="763143" y="1432052"/>
                    <a:pt x="739775" y="1433195"/>
                    <a:pt x="716280" y="1433195"/>
                  </a:cubicBezTo>
                  <a:cubicBezTo>
                    <a:pt x="692785" y="1433195"/>
                    <a:pt x="669417" y="1432052"/>
                    <a:pt x="646049" y="1429766"/>
                  </a:cubicBezTo>
                  <a:cubicBezTo>
                    <a:pt x="622681" y="1427480"/>
                    <a:pt x="599567" y="1424051"/>
                    <a:pt x="576453" y="1419479"/>
                  </a:cubicBezTo>
                  <a:cubicBezTo>
                    <a:pt x="553339" y="1414907"/>
                    <a:pt x="530733" y="1409192"/>
                    <a:pt x="508254" y="1402334"/>
                  </a:cubicBezTo>
                  <a:cubicBezTo>
                    <a:pt x="485775" y="1395476"/>
                    <a:pt x="463677" y="1387602"/>
                    <a:pt x="442087" y="1378585"/>
                  </a:cubicBezTo>
                  <a:cubicBezTo>
                    <a:pt x="420497" y="1369568"/>
                    <a:pt x="399161" y="1359535"/>
                    <a:pt x="378587" y="1348486"/>
                  </a:cubicBezTo>
                  <a:cubicBezTo>
                    <a:pt x="358013" y="1337437"/>
                    <a:pt x="337820" y="1325372"/>
                    <a:pt x="318262" y="1312291"/>
                  </a:cubicBezTo>
                  <a:cubicBezTo>
                    <a:pt x="298704" y="1299210"/>
                    <a:pt x="279908" y="1285240"/>
                    <a:pt x="261747" y="1270381"/>
                  </a:cubicBezTo>
                  <a:cubicBezTo>
                    <a:pt x="243586" y="1255522"/>
                    <a:pt x="226187" y="1239774"/>
                    <a:pt x="209677" y="1223137"/>
                  </a:cubicBezTo>
                  <a:cubicBezTo>
                    <a:pt x="193167" y="1206500"/>
                    <a:pt x="177292" y="1189228"/>
                    <a:pt x="162433" y="1171067"/>
                  </a:cubicBezTo>
                  <a:cubicBezTo>
                    <a:pt x="147574" y="1152906"/>
                    <a:pt x="133604" y="1134110"/>
                    <a:pt x="120523" y="1114552"/>
                  </a:cubicBezTo>
                  <a:cubicBezTo>
                    <a:pt x="107442" y="1094994"/>
                    <a:pt x="95377" y="1074928"/>
                    <a:pt x="84328" y="1054227"/>
                  </a:cubicBezTo>
                  <a:cubicBezTo>
                    <a:pt x="73279" y="1033526"/>
                    <a:pt x="63246" y="1012317"/>
                    <a:pt x="54229" y="990727"/>
                  </a:cubicBezTo>
                  <a:cubicBezTo>
                    <a:pt x="45212" y="969137"/>
                    <a:pt x="37338" y="947039"/>
                    <a:pt x="30480" y="924560"/>
                  </a:cubicBezTo>
                  <a:cubicBezTo>
                    <a:pt x="23622" y="902081"/>
                    <a:pt x="18034" y="879348"/>
                    <a:pt x="13335" y="856361"/>
                  </a:cubicBezTo>
                  <a:cubicBezTo>
                    <a:pt x="8636" y="833374"/>
                    <a:pt x="5334" y="810133"/>
                    <a:pt x="3048" y="786765"/>
                  </a:cubicBezTo>
                  <a:cubicBezTo>
                    <a:pt x="762" y="763397"/>
                    <a:pt x="0" y="739902"/>
                    <a:pt x="0" y="716534"/>
                  </a:cubicBezTo>
                  <a:cubicBezTo>
                    <a:pt x="0" y="693166"/>
                    <a:pt x="1143" y="669671"/>
                    <a:pt x="3429" y="646303"/>
                  </a:cubicBezTo>
                  <a:cubicBezTo>
                    <a:pt x="5715" y="622935"/>
                    <a:pt x="9144" y="599821"/>
                    <a:pt x="13716" y="576707"/>
                  </a:cubicBezTo>
                  <a:cubicBezTo>
                    <a:pt x="18288" y="553593"/>
                    <a:pt x="24003" y="530987"/>
                    <a:pt x="30861" y="508508"/>
                  </a:cubicBezTo>
                  <a:cubicBezTo>
                    <a:pt x="37719" y="486029"/>
                    <a:pt x="45593" y="463931"/>
                    <a:pt x="54610" y="442341"/>
                  </a:cubicBezTo>
                  <a:cubicBezTo>
                    <a:pt x="63627" y="420751"/>
                    <a:pt x="73660" y="399415"/>
                    <a:pt x="84709" y="378841"/>
                  </a:cubicBezTo>
                  <a:cubicBezTo>
                    <a:pt x="95758" y="358267"/>
                    <a:pt x="107823" y="338074"/>
                    <a:pt x="120904" y="318516"/>
                  </a:cubicBezTo>
                  <a:cubicBezTo>
                    <a:pt x="133985" y="298958"/>
                    <a:pt x="147955" y="280162"/>
                    <a:pt x="162814" y="262001"/>
                  </a:cubicBezTo>
                  <a:cubicBezTo>
                    <a:pt x="177673" y="243840"/>
                    <a:pt x="193421" y="226441"/>
                    <a:pt x="210058" y="209931"/>
                  </a:cubicBezTo>
                  <a:cubicBezTo>
                    <a:pt x="226695" y="193421"/>
                    <a:pt x="243967" y="177546"/>
                    <a:pt x="262128" y="162687"/>
                  </a:cubicBezTo>
                  <a:cubicBezTo>
                    <a:pt x="280289" y="147828"/>
                    <a:pt x="299085" y="133858"/>
                    <a:pt x="318643" y="120777"/>
                  </a:cubicBezTo>
                  <a:cubicBezTo>
                    <a:pt x="338201" y="107696"/>
                    <a:pt x="358267" y="95631"/>
                    <a:pt x="378968" y="84582"/>
                  </a:cubicBezTo>
                  <a:cubicBezTo>
                    <a:pt x="399669" y="73533"/>
                    <a:pt x="420878" y="63500"/>
                    <a:pt x="442468" y="54483"/>
                  </a:cubicBezTo>
                  <a:cubicBezTo>
                    <a:pt x="464058" y="45466"/>
                    <a:pt x="486156" y="37592"/>
                    <a:pt x="508635" y="30734"/>
                  </a:cubicBezTo>
                  <a:cubicBezTo>
                    <a:pt x="531114" y="23876"/>
                    <a:pt x="553847" y="18288"/>
                    <a:pt x="576834" y="13589"/>
                  </a:cubicBezTo>
                  <a:cubicBezTo>
                    <a:pt x="599821" y="8890"/>
                    <a:pt x="622935" y="5715"/>
                    <a:pt x="646303" y="3429"/>
                  </a:cubicBezTo>
                  <a:cubicBezTo>
                    <a:pt x="669671" y="1143"/>
                    <a:pt x="693039" y="0"/>
                    <a:pt x="716534" y="0"/>
                  </a:cubicBezTo>
                  <a:cubicBezTo>
                    <a:pt x="740029" y="0"/>
                    <a:pt x="763397" y="1143"/>
                    <a:pt x="786765" y="3429"/>
                  </a:cubicBezTo>
                  <a:cubicBezTo>
                    <a:pt x="810133" y="5715"/>
                    <a:pt x="833247" y="9144"/>
                    <a:pt x="856361" y="13716"/>
                  </a:cubicBezTo>
                  <a:cubicBezTo>
                    <a:pt x="879475" y="18288"/>
                    <a:pt x="902081" y="24003"/>
                    <a:pt x="924560" y="30861"/>
                  </a:cubicBezTo>
                  <a:cubicBezTo>
                    <a:pt x="947039" y="37719"/>
                    <a:pt x="969137" y="45593"/>
                    <a:pt x="990727" y="54610"/>
                  </a:cubicBezTo>
                  <a:cubicBezTo>
                    <a:pt x="1012317" y="63627"/>
                    <a:pt x="1033653" y="73660"/>
                    <a:pt x="1054227" y="84709"/>
                  </a:cubicBezTo>
                  <a:cubicBezTo>
                    <a:pt x="1074801" y="95758"/>
                    <a:pt x="1094994" y="107823"/>
                    <a:pt x="1114552" y="120904"/>
                  </a:cubicBezTo>
                  <a:cubicBezTo>
                    <a:pt x="1134110" y="133985"/>
                    <a:pt x="1152906" y="147955"/>
                    <a:pt x="1171067" y="162814"/>
                  </a:cubicBezTo>
                  <a:cubicBezTo>
                    <a:pt x="1189228" y="177673"/>
                    <a:pt x="1206627" y="193421"/>
                    <a:pt x="1223137" y="210058"/>
                  </a:cubicBezTo>
                  <a:cubicBezTo>
                    <a:pt x="1239647" y="226695"/>
                    <a:pt x="1255522" y="243967"/>
                    <a:pt x="1270381" y="262128"/>
                  </a:cubicBezTo>
                  <a:cubicBezTo>
                    <a:pt x="1285240" y="280289"/>
                    <a:pt x="1299210" y="299085"/>
                    <a:pt x="1312291" y="318643"/>
                  </a:cubicBezTo>
                  <a:cubicBezTo>
                    <a:pt x="1325372" y="338201"/>
                    <a:pt x="1337437" y="358267"/>
                    <a:pt x="1348486" y="378968"/>
                  </a:cubicBezTo>
                  <a:cubicBezTo>
                    <a:pt x="1359535" y="399669"/>
                    <a:pt x="1369568" y="420878"/>
                    <a:pt x="1378585" y="442468"/>
                  </a:cubicBezTo>
                  <a:cubicBezTo>
                    <a:pt x="1387602" y="464058"/>
                    <a:pt x="1395476" y="486156"/>
                    <a:pt x="1402334" y="508635"/>
                  </a:cubicBezTo>
                  <a:cubicBezTo>
                    <a:pt x="1409192" y="531114"/>
                    <a:pt x="1414780" y="553847"/>
                    <a:pt x="1419479" y="576834"/>
                  </a:cubicBezTo>
                  <a:cubicBezTo>
                    <a:pt x="1424178" y="599821"/>
                    <a:pt x="1427480" y="623062"/>
                    <a:pt x="1429766" y="646430"/>
                  </a:cubicBezTo>
                  <a:cubicBezTo>
                    <a:pt x="1432052" y="669798"/>
                    <a:pt x="1433195" y="693166"/>
                    <a:pt x="1433195" y="7166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858990" y="76438"/>
            <a:ext cx="1918726" cy="1748714"/>
            <a:chOff x="0" y="0"/>
            <a:chExt cx="2558301" cy="23316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58288" cy="2331593"/>
            </a:xfrm>
            <a:custGeom>
              <a:avLst/>
              <a:gdLst/>
              <a:ahLst/>
              <a:cxnLst/>
              <a:rect l="l" t="t" r="r" b="b"/>
              <a:pathLst>
                <a:path w="2558288" h="2331593">
                  <a:moveTo>
                    <a:pt x="279400" y="0"/>
                  </a:moveTo>
                  <a:cubicBezTo>
                    <a:pt x="125095" y="0"/>
                    <a:pt x="0" y="125095"/>
                    <a:pt x="0" y="279400"/>
                  </a:cubicBezTo>
                  <a:lnTo>
                    <a:pt x="0" y="2056765"/>
                  </a:lnTo>
                  <a:cubicBezTo>
                    <a:pt x="0" y="2193798"/>
                    <a:pt x="98679" y="2307844"/>
                    <a:pt x="228854" y="2331593"/>
                  </a:cubicBezTo>
                  <a:lnTo>
                    <a:pt x="2334641" y="2331593"/>
                  </a:lnTo>
                  <a:cubicBezTo>
                    <a:pt x="2447290" y="2311019"/>
                    <a:pt x="2536317" y="2223008"/>
                    <a:pt x="2558288" y="2110994"/>
                  </a:cubicBezTo>
                  <a:lnTo>
                    <a:pt x="2558288" y="2110994"/>
                  </a:lnTo>
                  <a:lnTo>
                    <a:pt x="2558288" y="225171"/>
                  </a:lnTo>
                  <a:lnTo>
                    <a:pt x="2558288" y="225171"/>
                  </a:lnTo>
                  <a:cubicBezTo>
                    <a:pt x="2533015" y="96774"/>
                    <a:pt x="2419985" y="0"/>
                    <a:pt x="2284222" y="0"/>
                  </a:cubicBezTo>
                  <a:close/>
                </a:path>
              </a:pathLst>
            </a:custGeom>
            <a:blipFill>
              <a:blip r:embed="rId11"/>
              <a:stretch>
                <a:fillRect t="-4876" b="-4847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-63503" y="12935"/>
            <a:ext cx="18414997" cy="10337568"/>
            <a:chOff x="0" y="0"/>
            <a:chExt cx="18415000" cy="10337559"/>
          </a:xfrm>
        </p:grpSpPr>
        <p:sp>
          <p:nvSpPr>
            <p:cNvPr id="19" name="Freeform 19"/>
            <p:cNvSpPr/>
            <p:nvPr/>
          </p:nvSpPr>
          <p:spPr>
            <a:xfrm>
              <a:off x="14922500" y="63500"/>
              <a:ext cx="1922653" cy="1752092"/>
            </a:xfrm>
            <a:custGeom>
              <a:avLst/>
              <a:gdLst/>
              <a:ahLst/>
              <a:cxnLst/>
              <a:rect l="l" t="t" r="r" b="b"/>
              <a:pathLst>
                <a:path w="1922653" h="1752092">
                  <a:moveTo>
                    <a:pt x="0" y="1752092"/>
                  </a:moveTo>
                  <a:lnTo>
                    <a:pt x="1922653" y="1752092"/>
                  </a:lnTo>
                  <a:lnTo>
                    <a:pt x="19226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5203805" y="184404"/>
              <a:ext cx="1442084" cy="1442085"/>
            </a:xfrm>
            <a:custGeom>
              <a:avLst/>
              <a:gdLst/>
              <a:ahLst/>
              <a:cxnLst/>
              <a:rect l="l" t="t" r="r" b="b"/>
              <a:pathLst>
                <a:path w="1442084" h="1442085">
                  <a:moveTo>
                    <a:pt x="0" y="1442085"/>
                  </a:moveTo>
                  <a:lnTo>
                    <a:pt x="1442084" y="1442085"/>
                  </a:lnTo>
                  <a:lnTo>
                    <a:pt x="14420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63500" y="471805"/>
              <a:ext cx="18288000" cy="9802241"/>
            </a:xfrm>
            <a:custGeom>
              <a:avLst/>
              <a:gdLst/>
              <a:ahLst/>
              <a:cxnLst/>
              <a:rect l="l" t="t" r="r" b="b"/>
              <a:pathLst>
                <a:path w="18288000" h="9802241">
                  <a:moveTo>
                    <a:pt x="0" y="0"/>
                  </a:moveTo>
                  <a:lnTo>
                    <a:pt x="0" y="9802241"/>
                  </a:lnTo>
                  <a:lnTo>
                    <a:pt x="18288000" y="9802241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7998333" y="1823085"/>
              <a:ext cx="4902962" cy="2802890"/>
            </a:xfrm>
            <a:custGeom>
              <a:avLst/>
              <a:gdLst/>
              <a:ahLst/>
              <a:cxnLst/>
              <a:rect l="l" t="t" r="r" b="b"/>
              <a:pathLst>
                <a:path w="4902962" h="2802890">
                  <a:moveTo>
                    <a:pt x="0" y="2802890"/>
                  </a:moveTo>
                  <a:lnTo>
                    <a:pt x="4902962" y="2802890"/>
                  </a:lnTo>
                  <a:lnTo>
                    <a:pt x="4902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7998333" y="2247646"/>
              <a:ext cx="1847088" cy="1013079"/>
            </a:xfrm>
            <a:custGeom>
              <a:avLst/>
              <a:gdLst/>
              <a:ahLst/>
              <a:cxnLst/>
              <a:rect l="l" t="t" r="r" b="b"/>
              <a:pathLst>
                <a:path w="1847088" h="1013079">
                  <a:moveTo>
                    <a:pt x="0" y="1013079"/>
                  </a:moveTo>
                  <a:lnTo>
                    <a:pt x="1847088" y="1013079"/>
                  </a:lnTo>
                  <a:lnTo>
                    <a:pt x="18470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5555996" y="2105025"/>
              <a:ext cx="2619247" cy="2435225"/>
            </a:xfrm>
            <a:custGeom>
              <a:avLst/>
              <a:gdLst/>
              <a:ahLst/>
              <a:cxnLst/>
              <a:rect l="l" t="t" r="r" b="b"/>
              <a:pathLst>
                <a:path w="2619247" h="2435225">
                  <a:moveTo>
                    <a:pt x="0" y="2435225"/>
                  </a:moveTo>
                  <a:lnTo>
                    <a:pt x="2619248" y="2435225"/>
                  </a:lnTo>
                  <a:lnTo>
                    <a:pt x="26192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3673907" y="224276"/>
            <a:ext cx="11158642" cy="61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271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NatIonal INSTITUTE OF TECHNOLOGY AGARTALA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87020" y="893664"/>
            <a:ext cx="9610211" cy="61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271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CIVIL INNOVATION AND TECHNOLOGY CELL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0016" y="1658950"/>
            <a:ext cx="1642520" cy="338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19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PRESENTS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234" y="4905413"/>
            <a:ext cx="15271166" cy="766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Problem Statement Title: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4062" y="6158074"/>
            <a:ext cx="5048812" cy="268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 b="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Name: Team Leader Name: Institute Name: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633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498029" y="3963734"/>
            <a:ext cx="5358022" cy="5358022"/>
            <a:chOff x="0" y="0"/>
            <a:chExt cx="5358016" cy="5358028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5231003" cy="5231003"/>
            </a:xfrm>
            <a:custGeom>
              <a:avLst/>
              <a:gdLst/>
              <a:ahLst/>
              <a:cxnLst/>
              <a:rect l="l" t="t" r="r" b="b"/>
              <a:pathLst>
                <a:path w="5231003" h="5231003">
                  <a:moveTo>
                    <a:pt x="2595245" y="0"/>
                  </a:moveTo>
                  <a:lnTo>
                    <a:pt x="0" y="2595245"/>
                  </a:lnTo>
                  <a:lnTo>
                    <a:pt x="2635758" y="5231003"/>
                  </a:lnTo>
                  <a:lnTo>
                    <a:pt x="5231003" y="2635758"/>
                  </a:lnTo>
                  <a:lnTo>
                    <a:pt x="259524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317246" y="296418"/>
              <a:ext cx="4703191" cy="4703191"/>
            </a:xfrm>
            <a:custGeom>
              <a:avLst/>
              <a:gdLst/>
              <a:ahLst/>
              <a:cxnLst/>
              <a:rect l="l" t="t" r="r" b="b"/>
              <a:pathLst>
                <a:path w="4703191" h="4703191">
                  <a:moveTo>
                    <a:pt x="2351532" y="0"/>
                  </a:moveTo>
                  <a:lnTo>
                    <a:pt x="0" y="2351659"/>
                  </a:lnTo>
                  <a:lnTo>
                    <a:pt x="1567688" y="3919347"/>
                  </a:lnTo>
                  <a:lnTo>
                    <a:pt x="2351532" y="4703191"/>
                  </a:lnTo>
                  <a:lnTo>
                    <a:pt x="4703191" y="2351659"/>
                  </a:lnTo>
                  <a:lnTo>
                    <a:pt x="4703191" y="2351659"/>
                  </a:lnTo>
                  <a:lnTo>
                    <a:pt x="23515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3532701" y="4756471"/>
            <a:ext cx="3286125" cy="3057525"/>
          </a:xfrm>
          <a:custGeom>
            <a:avLst/>
            <a:gdLst/>
            <a:ahLst/>
            <a:cxnLst/>
            <a:rect l="l" t="t" r="r" b="b"/>
            <a:pathLst>
              <a:path w="3286125" h="3057525">
                <a:moveTo>
                  <a:pt x="0" y="0"/>
                </a:moveTo>
                <a:lnTo>
                  <a:pt x="3286125" y="0"/>
                </a:lnTo>
                <a:lnTo>
                  <a:pt x="3286125" y="3057525"/>
                </a:lnTo>
                <a:lnTo>
                  <a:pt x="0" y="305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779" t="-49984" r="-74379" b="-4783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257483" y="8104794"/>
            <a:ext cx="4364403" cy="4364403"/>
          </a:xfrm>
          <a:custGeom>
            <a:avLst/>
            <a:gdLst/>
            <a:ahLst/>
            <a:cxnLst/>
            <a:rect l="l" t="t" r="r" b="b"/>
            <a:pathLst>
              <a:path w="4364403" h="4364403">
                <a:moveTo>
                  <a:pt x="0" y="0"/>
                </a:moveTo>
                <a:lnTo>
                  <a:pt x="4364403" y="0"/>
                </a:lnTo>
                <a:lnTo>
                  <a:pt x="4364403" y="4364403"/>
                </a:lnTo>
                <a:lnTo>
                  <a:pt x="0" y="436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67685" y="1495749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089649" y="7903274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09600" y="615295"/>
            <a:ext cx="14468951" cy="60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Brief Description of Proposed Solution: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61251ED5-612E-B75F-55FD-24181DA31F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7157561"/>
              </p:ext>
            </p:extLst>
          </p:nvPr>
        </p:nvGraphicFramePr>
        <p:xfrm>
          <a:off x="-472096" y="1605033"/>
          <a:ext cx="6416214" cy="8034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B81D620D-D401-B637-DD80-A540FB8B6C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9594389"/>
              </p:ext>
            </p:extLst>
          </p:nvPr>
        </p:nvGraphicFramePr>
        <p:xfrm>
          <a:off x="4373198" y="2387819"/>
          <a:ext cx="8917626" cy="5478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78904-7929-1A9E-85CC-5F0B7E7F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FB1133-71DC-6971-4A67-9F30AE942AD7}"/>
              </a:ext>
            </a:extLst>
          </p:cNvPr>
          <p:cNvSpPr/>
          <p:nvPr/>
        </p:nvSpPr>
        <p:spPr>
          <a:xfrm>
            <a:off x="0" y="-1633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6B95FC0-CC6F-BD66-583E-96B9AE6B99AF}"/>
              </a:ext>
            </a:extLst>
          </p:cNvPr>
          <p:cNvGrpSpPr>
            <a:grpSpLocks noChangeAspect="1"/>
          </p:cNvGrpSpPr>
          <p:nvPr/>
        </p:nvGrpSpPr>
        <p:grpSpPr>
          <a:xfrm>
            <a:off x="12498029" y="3963734"/>
            <a:ext cx="5358022" cy="5358022"/>
            <a:chOff x="0" y="0"/>
            <a:chExt cx="5358016" cy="535802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2CC0FF3-6A14-3327-9A57-07ECEDAE3649}"/>
                </a:ext>
              </a:extLst>
            </p:cNvPr>
            <p:cNvSpPr/>
            <p:nvPr/>
          </p:nvSpPr>
          <p:spPr>
            <a:xfrm>
              <a:off x="63500" y="63500"/>
              <a:ext cx="5231003" cy="5231003"/>
            </a:xfrm>
            <a:custGeom>
              <a:avLst/>
              <a:gdLst/>
              <a:ahLst/>
              <a:cxnLst/>
              <a:rect l="l" t="t" r="r" b="b"/>
              <a:pathLst>
                <a:path w="5231003" h="5231003">
                  <a:moveTo>
                    <a:pt x="2595245" y="0"/>
                  </a:moveTo>
                  <a:lnTo>
                    <a:pt x="0" y="2595245"/>
                  </a:lnTo>
                  <a:lnTo>
                    <a:pt x="2635758" y="5231003"/>
                  </a:lnTo>
                  <a:lnTo>
                    <a:pt x="5231003" y="2635758"/>
                  </a:lnTo>
                  <a:lnTo>
                    <a:pt x="259524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39A73B-E5C1-EC5F-0F4E-7A256A4BF627}"/>
                </a:ext>
              </a:extLst>
            </p:cNvPr>
            <p:cNvSpPr/>
            <p:nvPr/>
          </p:nvSpPr>
          <p:spPr>
            <a:xfrm>
              <a:off x="317246" y="296418"/>
              <a:ext cx="4703191" cy="4703191"/>
            </a:xfrm>
            <a:custGeom>
              <a:avLst/>
              <a:gdLst/>
              <a:ahLst/>
              <a:cxnLst/>
              <a:rect l="l" t="t" r="r" b="b"/>
              <a:pathLst>
                <a:path w="4703191" h="4703191">
                  <a:moveTo>
                    <a:pt x="2351532" y="0"/>
                  </a:moveTo>
                  <a:lnTo>
                    <a:pt x="0" y="2351659"/>
                  </a:lnTo>
                  <a:lnTo>
                    <a:pt x="1567688" y="3919347"/>
                  </a:lnTo>
                  <a:lnTo>
                    <a:pt x="2351532" y="4703191"/>
                  </a:lnTo>
                  <a:lnTo>
                    <a:pt x="4703191" y="2351659"/>
                  </a:lnTo>
                  <a:lnTo>
                    <a:pt x="4703191" y="2351659"/>
                  </a:lnTo>
                  <a:lnTo>
                    <a:pt x="23515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7346F3E-E619-E5B4-DCE9-511999F2018B}"/>
              </a:ext>
            </a:extLst>
          </p:cNvPr>
          <p:cNvSpPr/>
          <p:nvPr/>
        </p:nvSpPr>
        <p:spPr>
          <a:xfrm>
            <a:off x="13532701" y="4756471"/>
            <a:ext cx="3286125" cy="3057525"/>
          </a:xfrm>
          <a:custGeom>
            <a:avLst/>
            <a:gdLst/>
            <a:ahLst/>
            <a:cxnLst/>
            <a:rect l="l" t="t" r="r" b="b"/>
            <a:pathLst>
              <a:path w="3286125" h="3057525">
                <a:moveTo>
                  <a:pt x="0" y="0"/>
                </a:moveTo>
                <a:lnTo>
                  <a:pt x="3286125" y="0"/>
                </a:lnTo>
                <a:lnTo>
                  <a:pt x="3286125" y="3057525"/>
                </a:lnTo>
                <a:lnTo>
                  <a:pt x="0" y="305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779" t="-49984" r="-74379" b="-47834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8E99BD-69E7-C37B-5ECF-228B51A61F81}"/>
              </a:ext>
            </a:extLst>
          </p:cNvPr>
          <p:cNvSpPr/>
          <p:nvPr/>
        </p:nvSpPr>
        <p:spPr>
          <a:xfrm>
            <a:off x="11257483" y="8104794"/>
            <a:ext cx="4364403" cy="4364403"/>
          </a:xfrm>
          <a:custGeom>
            <a:avLst/>
            <a:gdLst/>
            <a:ahLst/>
            <a:cxnLst/>
            <a:rect l="l" t="t" r="r" b="b"/>
            <a:pathLst>
              <a:path w="4364403" h="4364403">
                <a:moveTo>
                  <a:pt x="0" y="0"/>
                </a:moveTo>
                <a:lnTo>
                  <a:pt x="4364403" y="0"/>
                </a:lnTo>
                <a:lnTo>
                  <a:pt x="4364403" y="4364403"/>
                </a:lnTo>
                <a:lnTo>
                  <a:pt x="0" y="436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550AF46-51B2-0ECB-9C5B-8401668E59F7}"/>
              </a:ext>
            </a:extLst>
          </p:cNvPr>
          <p:cNvSpPr/>
          <p:nvPr/>
        </p:nvSpPr>
        <p:spPr>
          <a:xfrm>
            <a:off x="15767685" y="1495749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2D1310A-E807-2C51-1A91-C2F1E703D8F2}"/>
              </a:ext>
            </a:extLst>
          </p:cNvPr>
          <p:cNvSpPr/>
          <p:nvPr/>
        </p:nvSpPr>
        <p:spPr>
          <a:xfrm>
            <a:off x="16089649" y="7903274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62D82C8-8B05-66E2-7735-9B9DC18ED3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5581670"/>
              </p:ext>
            </p:extLst>
          </p:nvPr>
        </p:nvGraphicFramePr>
        <p:xfrm>
          <a:off x="636832" y="3023437"/>
          <a:ext cx="11487641" cy="6539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2352B4D-CEE2-09B8-8964-897AC7B2F4C1}"/>
              </a:ext>
            </a:extLst>
          </p:cNvPr>
          <p:cNvSpPr txBox="1"/>
          <p:nvPr/>
        </p:nvSpPr>
        <p:spPr>
          <a:xfrm>
            <a:off x="1298734" y="663632"/>
            <a:ext cx="14468951" cy="56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How IT works:</a:t>
            </a:r>
          </a:p>
        </p:txBody>
      </p:sp>
    </p:spTree>
    <p:extLst>
      <p:ext uri="{BB962C8B-B14F-4D97-AF65-F5344CB8AC3E}">
        <p14:creationId xmlns:p14="http://schemas.microsoft.com/office/powerpoint/2010/main" val="40528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F911-B8D3-930E-B935-2B47F97C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E4BFC2-4BF4-726C-2311-D39890C0ADA6}"/>
              </a:ext>
            </a:extLst>
          </p:cNvPr>
          <p:cNvSpPr/>
          <p:nvPr/>
        </p:nvSpPr>
        <p:spPr>
          <a:xfrm>
            <a:off x="0" y="-1633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F2577E-5548-D0D5-F864-9AC7585B0A9B}"/>
              </a:ext>
            </a:extLst>
          </p:cNvPr>
          <p:cNvGrpSpPr>
            <a:grpSpLocks noChangeAspect="1"/>
          </p:cNvGrpSpPr>
          <p:nvPr/>
        </p:nvGrpSpPr>
        <p:grpSpPr>
          <a:xfrm>
            <a:off x="12498029" y="3963734"/>
            <a:ext cx="5358022" cy="5358022"/>
            <a:chOff x="0" y="0"/>
            <a:chExt cx="5358016" cy="535802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01D5C8-EF76-360E-D4AB-33AF91F04D10}"/>
                </a:ext>
              </a:extLst>
            </p:cNvPr>
            <p:cNvSpPr/>
            <p:nvPr/>
          </p:nvSpPr>
          <p:spPr>
            <a:xfrm>
              <a:off x="63500" y="63500"/>
              <a:ext cx="5231003" cy="5231003"/>
            </a:xfrm>
            <a:custGeom>
              <a:avLst/>
              <a:gdLst/>
              <a:ahLst/>
              <a:cxnLst/>
              <a:rect l="l" t="t" r="r" b="b"/>
              <a:pathLst>
                <a:path w="5231003" h="5231003">
                  <a:moveTo>
                    <a:pt x="2595245" y="0"/>
                  </a:moveTo>
                  <a:lnTo>
                    <a:pt x="0" y="2595245"/>
                  </a:lnTo>
                  <a:lnTo>
                    <a:pt x="2635758" y="5231003"/>
                  </a:lnTo>
                  <a:lnTo>
                    <a:pt x="5231003" y="2635758"/>
                  </a:lnTo>
                  <a:lnTo>
                    <a:pt x="259524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618B6E2-A098-819E-F266-3559563CAE80}"/>
                </a:ext>
              </a:extLst>
            </p:cNvPr>
            <p:cNvSpPr/>
            <p:nvPr/>
          </p:nvSpPr>
          <p:spPr>
            <a:xfrm>
              <a:off x="317246" y="296418"/>
              <a:ext cx="4703191" cy="4703191"/>
            </a:xfrm>
            <a:custGeom>
              <a:avLst/>
              <a:gdLst/>
              <a:ahLst/>
              <a:cxnLst/>
              <a:rect l="l" t="t" r="r" b="b"/>
              <a:pathLst>
                <a:path w="4703191" h="4703191">
                  <a:moveTo>
                    <a:pt x="2351532" y="0"/>
                  </a:moveTo>
                  <a:lnTo>
                    <a:pt x="0" y="2351659"/>
                  </a:lnTo>
                  <a:lnTo>
                    <a:pt x="1567688" y="3919347"/>
                  </a:lnTo>
                  <a:lnTo>
                    <a:pt x="2351532" y="4703191"/>
                  </a:lnTo>
                  <a:lnTo>
                    <a:pt x="4703191" y="2351659"/>
                  </a:lnTo>
                  <a:lnTo>
                    <a:pt x="4703191" y="2351659"/>
                  </a:lnTo>
                  <a:lnTo>
                    <a:pt x="23515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16FF06E-FA26-2375-D1A1-3667805E4853}"/>
              </a:ext>
            </a:extLst>
          </p:cNvPr>
          <p:cNvSpPr/>
          <p:nvPr/>
        </p:nvSpPr>
        <p:spPr>
          <a:xfrm>
            <a:off x="13532701" y="4756471"/>
            <a:ext cx="3286125" cy="3057525"/>
          </a:xfrm>
          <a:custGeom>
            <a:avLst/>
            <a:gdLst/>
            <a:ahLst/>
            <a:cxnLst/>
            <a:rect l="l" t="t" r="r" b="b"/>
            <a:pathLst>
              <a:path w="3286125" h="3057525">
                <a:moveTo>
                  <a:pt x="0" y="0"/>
                </a:moveTo>
                <a:lnTo>
                  <a:pt x="3286125" y="0"/>
                </a:lnTo>
                <a:lnTo>
                  <a:pt x="3286125" y="3057525"/>
                </a:lnTo>
                <a:lnTo>
                  <a:pt x="0" y="305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779" t="-49984" r="-74379" b="-47834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D3F6926-B72F-2770-A54F-E99700402494}"/>
              </a:ext>
            </a:extLst>
          </p:cNvPr>
          <p:cNvSpPr/>
          <p:nvPr/>
        </p:nvSpPr>
        <p:spPr>
          <a:xfrm>
            <a:off x="11257483" y="8104794"/>
            <a:ext cx="4364403" cy="4364403"/>
          </a:xfrm>
          <a:custGeom>
            <a:avLst/>
            <a:gdLst/>
            <a:ahLst/>
            <a:cxnLst/>
            <a:rect l="l" t="t" r="r" b="b"/>
            <a:pathLst>
              <a:path w="4364403" h="4364403">
                <a:moveTo>
                  <a:pt x="0" y="0"/>
                </a:moveTo>
                <a:lnTo>
                  <a:pt x="4364403" y="0"/>
                </a:lnTo>
                <a:lnTo>
                  <a:pt x="4364403" y="4364403"/>
                </a:lnTo>
                <a:lnTo>
                  <a:pt x="0" y="436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E078CCD-DA48-C5C5-02D6-AB35FFAFFE3A}"/>
              </a:ext>
            </a:extLst>
          </p:cNvPr>
          <p:cNvSpPr/>
          <p:nvPr/>
        </p:nvSpPr>
        <p:spPr>
          <a:xfrm>
            <a:off x="15767685" y="1495749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C0C7436-7AF7-A534-E0F5-C6EF51BB1EB0}"/>
              </a:ext>
            </a:extLst>
          </p:cNvPr>
          <p:cNvSpPr/>
          <p:nvPr/>
        </p:nvSpPr>
        <p:spPr>
          <a:xfrm>
            <a:off x="16089649" y="7903274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EBE873C-6443-82BB-FDEF-B56A6A003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5007870"/>
              </p:ext>
            </p:extLst>
          </p:nvPr>
        </p:nvGraphicFramePr>
        <p:xfrm>
          <a:off x="510702" y="2324100"/>
          <a:ext cx="6956897" cy="730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18F01CD-248D-26C6-5A7F-89BB942D2F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7208692"/>
              </p:ext>
            </p:extLst>
          </p:nvPr>
        </p:nvGraphicFramePr>
        <p:xfrm>
          <a:off x="7132521" y="2041466"/>
          <a:ext cx="7799524" cy="6918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13" name="TextBox 11">
            <a:extLst>
              <a:ext uri="{FF2B5EF4-FFF2-40B4-BE49-F238E27FC236}">
                <a16:creationId xmlns:a16="http://schemas.microsoft.com/office/drawing/2014/main" id="{0DA3ABB2-80B5-85FC-0FBE-399B373D0DEA}"/>
              </a:ext>
            </a:extLst>
          </p:cNvPr>
          <p:cNvSpPr txBox="1"/>
          <p:nvPr/>
        </p:nvSpPr>
        <p:spPr>
          <a:xfrm>
            <a:off x="609600" y="615295"/>
            <a:ext cx="14468951" cy="56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Technology Stack:</a:t>
            </a:r>
          </a:p>
        </p:txBody>
      </p:sp>
    </p:spTree>
    <p:extLst>
      <p:ext uri="{BB962C8B-B14F-4D97-AF65-F5344CB8AC3E}">
        <p14:creationId xmlns:p14="http://schemas.microsoft.com/office/powerpoint/2010/main" val="357835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3851-862C-1513-0E7F-3D258A3C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80A971-AE86-853E-AF26-3D9042A9B041}"/>
              </a:ext>
            </a:extLst>
          </p:cNvPr>
          <p:cNvSpPr/>
          <p:nvPr/>
        </p:nvSpPr>
        <p:spPr>
          <a:xfrm>
            <a:off x="0" y="-1633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49E1252-8828-DD94-F0F6-F3CC03EA75AA}"/>
              </a:ext>
            </a:extLst>
          </p:cNvPr>
          <p:cNvGrpSpPr>
            <a:grpSpLocks noChangeAspect="1"/>
          </p:cNvGrpSpPr>
          <p:nvPr/>
        </p:nvGrpSpPr>
        <p:grpSpPr>
          <a:xfrm>
            <a:off x="12498029" y="3963734"/>
            <a:ext cx="5358022" cy="5358022"/>
            <a:chOff x="0" y="0"/>
            <a:chExt cx="5358016" cy="535802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3FBAD73-8503-5300-B300-E08DC5327DE3}"/>
                </a:ext>
              </a:extLst>
            </p:cNvPr>
            <p:cNvSpPr/>
            <p:nvPr/>
          </p:nvSpPr>
          <p:spPr>
            <a:xfrm>
              <a:off x="63500" y="63500"/>
              <a:ext cx="5231003" cy="5231003"/>
            </a:xfrm>
            <a:custGeom>
              <a:avLst/>
              <a:gdLst/>
              <a:ahLst/>
              <a:cxnLst/>
              <a:rect l="l" t="t" r="r" b="b"/>
              <a:pathLst>
                <a:path w="5231003" h="5231003">
                  <a:moveTo>
                    <a:pt x="2595245" y="0"/>
                  </a:moveTo>
                  <a:lnTo>
                    <a:pt x="0" y="2595245"/>
                  </a:lnTo>
                  <a:lnTo>
                    <a:pt x="2635758" y="5231003"/>
                  </a:lnTo>
                  <a:lnTo>
                    <a:pt x="5231003" y="2635758"/>
                  </a:lnTo>
                  <a:lnTo>
                    <a:pt x="259524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B4820B-437A-EE9E-5B5E-E62610893087}"/>
                </a:ext>
              </a:extLst>
            </p:cNvPr>
            <p:cNvSpPr/>
            <p:nvPr/>
          </p:nvSpPr>
          <p:spPr>
            <a:xfrm>
              <a:off x="317246" y="296418"/>
              <a:ext cx="4703191" cy="4703191"/>
            </a:xfrm>
            <a:custGeom>
              <a:avLst/>
              <a:gdLst/>
              <a:ahLst/>
              <a:cxnLst/>
              <a:rect l="l" t="t" r="r" b="b"/>
              <a:pathLst>
                <a:path w="4703191" h="4703191">
                  <a:moveTo>
                    <a:pt x="2351532" y="0"/>
                  </a:moveTo>
                  <a:lnTo>
                    <a:pt x="0" y="2351659"/>
                  </a:lnTo>
                  <a:lnTo>
                    <a:pt x="1567688" y="3919347"/>
                  </a:lnTo>
                  <a:lnTo>
                    <a:pt x="2351532" y="4703191"/>
                  </a:lnTo>
                  <a:lnTo>
                    <a:pt x="4703191" y="2351659"/>
                  </a:lnTo>
                  <a:lnTo>
                    <a:pt x="4703191" y="2351659"/>
                  </a:lnTo>
                  <a:lnTo>
                    <a:pt x="23515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8256DBC-947C-C1CA-DD51-DB0A6769B8FC}"/>
              </a:ext>
            </a:extLst>
          </p:cNvPr>
          <p:cNvSpPr/>
          <p:nvPr/>
        </p:nvSpPr>
        <p:spPr>
          <a:xfrm>
            <a:off x="13532701" y="4756471"/>
            <a:ext cx="3286125" cy="3057525"/>
          </a:xfrm>
          <a:custGeom>
            <a:avLst/>
            <a:gdLst/>
            <a:ahLst/>
            <a:cxnLst/>
            <a:rect l="l" t="t" r="r" b="b"/>
            <a:pathLst>
              <a:path w="3286125" h="3057525">
                <a:moveTo>
                  <a:pt x="0" y="0"/>
                </a:moveTo>
                <a:lnTo>
                  <a:pt x="3286125" y="0"/>
                </a:lnTo>
                <a:lnTo>
                  <a:pt x="3286125" y="3057525"/>
                </a:lnTo>
                <a:lnTo>
                  <a:pt x="0" y="305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779" t="-49984" r="-74379" b="-47834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119C017-1303-6276-2820-86D971385A93}"/>
              </a:ext>
            </a:extLst>
          </p:cNvPr>
          <p:cNvSpPr/>
          <p:nvPr/>
        </p:nvSpPr>
        <p:spPr>
          <a:xfrm>
            <a:off x="11257483" y="8104794"/>
            <a:ext cx="4364403" cy="4364403"/>
          </a:xfrm>
          <a:custGeom>
            <a:avLst/>
            <a:gdLst/>
            <a:ahLst/>
            <a:cxnLst/>
            <a:rect l="l" t="t" r="r" b="b"/>
            <a:pathLst>
              <a:path w="4364403" h="4364403">
                <a:moveTo>
                  <a:pt x="0" y="0"/>
                </a:moveTo>
                <a:lnTo>
                  <a:pt x="4364403" y="0"/>
                </a:lnTo>
                <a:lnTo>
                  <a:pt x="4364403" y="4364403"/>
                </a:lnTo>
                <a:lnTo>
                  <a:pt x="0" y="436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80E694C-87FE-11F2-45F8-3F81FD0F5DF6}"/>
              </a:ext>
            </a:extLst>
          </p:cNvPr>
          <p:cNvSpPr/>
          <p:nvPr/>
        </p:nvSpPr>
        <p:spPr>
          <a:xfrm>
            <a:off x="15767685" y="1495749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0CA7A1E-6193-0226-834D-0B675A8A15A3}"/>
              </a:ext>
            </a:extLst>
          </p:cNvPr>
          <p:cNvSpPr/>
          <p:nvPr/>
        </p:nvSpPr>
        <p:spPr>
          <a:xfrm>
            <a:off x="16089649" y="7903274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A8229AD-44BD-F895-6863-DDD573E89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5428223"/>
              </p:ext>
            </p:extLst>
          </p:nvPr>
        </p:nvGraphicFramePr>
        <p:xfrm>
          <a:off x="10690881" y="3351931"/>
          <a:ext cx="6934200" cy="5822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EE167F8-8E41-7245-CEAF-BE8BA445C6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438649"/>
              </p:ext>
            </p:extLst>
          </p:nvPr>
        </p:nvGraphicFramePr>
        <p:xfrm>
          <a:off x="819893" y="3013169"/>
          <a:ext cx="9220200" cy="338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E3246CA-CF4C-9C67-CEB1-DF3BFFEA7E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963636"/>
              </p:ext>
            </p:extLst>
          </p:nvPr>
        </p:nvGraphicFramePr>
        <p:xfrm>
          <a:off x="715893" y="6420313"/>
          <a:ext cx="10021157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3B38AB2D-E352-1D14-FB2E-52C2F1C3D7A9}"/>
              </a:ext>
            </a:extLst>
          </p:cNvPr>
          <p:cNvSpPr/>
          <p:nvPr/>
        </p:nvSpPr>
        <p:spPr>
          <a:xfrm rot="160243">
            <a:off x="10109606" y="4533153"/>
            <a:ext cx="876673" cy="2389771"/>
          </a:xfrm>
          <a:prstGeom prst="curvedLef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E1060ADE-A404-D7E2-189E-A1D38F54230C}"/>
              </a:ext>
            </a:extLst>
          </p:cNvPr>
          <p:cNvSpPr txBox="1"/>
          <p:nvPr/>
        </p:nvSpPr>
        <p:spPr>
          <a:xfrm>
            <a:off x="715893" y="868559"/>
            <a:ext cx="14468951" cy="56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Key features and </a:t>
            </a:r>
            <a:r>
              <a:rPr lang="en-US" sz="3499" b="1" dirty="0" err="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usp</a:t>
            </a:r>
            <a:r>
              <a:rPr lang="en-US" sz="34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2764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305E-9F19-1F5B-6961-689F213F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FC55F1-920B-0424-D48B-A06A230823A1}"/>
              </a:ext>
            </a:extLst>
          </p:cNvPr>
          <p:cNvSpPr/>
          <p:nvPr/>
        </p:nvSpPr>
        <p:spPr>
          <a:xfrm>
            <a:off x="0" y="-1633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12C80AD-2482-E81B-EA35-D736544F0757}"/>
              </a:ext>
            </a:extLst>
          </p:cNvPr>
          <p:cNvSpPr/>
          <p:nvPr/>
        </p:nvSpPr>
        <p:spPr>
          <a:xfrm>
            <a:off x="16089649" y="7903274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BD519A7-6412-5C5C-F4BA-49710E784F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702362"/>
              </p:ext>
            </p:extLst>
          </p:nvPr>
        </p:nvGraphicFramePr>
        <p:xfrm>
          <a:off x="289945" y="4427862"/>
          <a:ext cx="10355672" cy="2498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66119B0-A3B7-0BBA-DAC6-7C9F24860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373400"/>
              </p:ext>
            </p:extLst>
          </p:nvPr>
        </p:nvGraphicFramePr>
        <p:xfrm>
          <a:off x="396771" y="5638579"/>
          <a:ext cx="10142020" cy="3641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25AB8A9-4901-4BAD-5EB6-0A8B756DA8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7048988"/>
              </p:ext>
            </p:extLst>
          </p:nvPr>
        </p:nvGraphicFramePr>
        <p:xfrm>
          <a:off x="10538791" y="2858985"/>
          <a:ext cx="8526871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15" name="TextBox 11">
            <a:extLst>
              <a:ext uri="{FF2B5EF4-FFF2-40B4-BE49-F238E27FC236}">
                <a16:creationId xmlns:a16="http://schemas.microsoft.com/office/drawing/2014/main" id="{1957E14E-40CF-9BF9-0A8B-8BA740BFB969}"/>
              </a:ext>
            </a:extLst>
          </p:cNvPr>
          <p:cNvSpPr txBox="1"/>
          <p:nvPr/>
        </p:nvSpPr>
        <p:spPr>
          <a:xfrm>
            <a:off x="609600" y="860274"/>
            <a:ext cx="14468951" cy="56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Expected impact and future roadmap: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A69FAC-C26D-B7E2-5CBD-2396D4CC3015}"/>
              </a:ext>
            </a:extLst>
          </p:cNvPr>
          <p:cNvSpPr txBox="1"/>
          <p:nvPr/>
        </p:nvSpPr>
        <p:spPr>
          <a:xfrm>
            <a:off x="1124778" y="3319207"/>
            <a:ext cx="8342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blipFill>
                  <a:blip r:embed="rId20"/>
                  <a:tile tx="0" ty="0" sx="100000" sy="100000" flip="none" algn="tl"/>
                </a:blipFill>
                <a:latin typeface="Century Gothic" panose="020B0502020202020204" pitchFamily="34" charset="0"/>
              </a:rPr>
              <a:t>Expected Impacts</a:t>
            </a:r>
            <a:r>
              <a:rPr lang="en-IN" b="1" dirty="0">
                <a:blipFill>
                  <a:blip r:embed="rId20"/>
                  <a:tile tx="0" ty="0" sx="100000" sy="100000" flip="none" algn="tl"/>
                </a:blipFill>
                <a:latin typeface="Century Gothic" panose="020B0502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0844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498029" y="3963734"/>
            <a:ext cx="5358022" cy="5358022"/>
            <a:chOff x="0" y="0"/>
            <a:chExt cx="5358016" cy="5358028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5231003" cy="5231003"/>
            </a:xfrm>
            <a:custGeom>
              <a:avLst/>
              <a:gdLst/>
              <a:ahLst/>
              <a:cxnLst/>
              <a:rect l="l" t="t" r="r" b="b"/>
              <a:pathLst>
                <a:path w="5231003" h="5231003">
                  <a:moveTo>
                    <a:pt x="2595245" y="0"/>
                  </a:moveTo>
                  <a:lnTo>
                    <a:pt x="0" y="2595245"/>
                  </a:lnTo>
                  <a:lnTo>
                    <a:pt x="2635758" y="5231003"/>
                  </a:lnTo>
                  <a:lnTo>
                    <a:pt x="5231003" y="2635758"/>
                  </a:lnTo>
                  <a:lnTo>
                    <a:pt x="259524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17246" y="296418"/>
              <a:ext cx="4703191" cy="4703191"/>
            </a:xfrm>
            <a:custGeom>
              <a:avLst/>
              <a:gdLst/>
              <a:ahLst/>
              <a:cxnLst/>
              <a:rect l="l" t="t" r="r" b="b"/>
              <a:pathLst>
                <a:path w="4703191" h="4703191">
                  <a:moveTo>
                    <a:pt x="2351532" y="0"/>
                  </a:moveTo>
                  <a:lnTo>
                    <a:pt x="0" y="2351659"/>
                  </a:lnTo>
                  <a:lnTo>
                    <a:pt x="1567688" y="3919347"/>
                  </a:lnTo>
                  <a:lnTo>
                    <a:pt x="2351532" y="4703191"/>
                  </a:lnTo>
                  <a:lnTo>
                    <a:pt x="4703191" y="2351659"/>
                  </a:lnTo>
                  <a:lnTo>
                    <a:pt x="4703191" y="2351659"/>
                  </a:lnTo>
                  <a:lnTo>
                    <a:pt x="23515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3532701" y="4756471"/>
            <a:ext cx="3286125" cy="3057525"/>
          </a:xfrm>
          <a:custGeom>
            <a:avLst/>
            <a:gdLst/>
            <a:ahLst/>
            <a:cxnLst/>
            <a:rect l="l" t="t" r="r" b="b"/>
            <a:pathLst>
              <a:path w="3286125" h="3057525">
                <a:moveTo>
                  <a:pt x="0" y="0"/>
                </a:moveTo>
                <a:lnTo>
                  <a:pt x="3286125" y="0"/>
                </a:lnTo>
                <a:lnTo>
                  <a:pt x="3286125" y="3057525"/>
                </a:lnTo>
                <a:lnTo>
                  <a:pt x="0" y="305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779" t="-49984" r="-74379" b="-4783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57483" y="8104794"/>
            <a:ext cx="4364403" cy="4364403"/>
          </a:xfrm>
          <a:custGeom>
            <a:avLst/>
            <a:gdLst/>
            <a:ahLst/>
            <a:cxnLst/>
            <a:rect l="l" t="t" r="r" b="b"/>
            <a:pathLst>
              <a:path w="4364403" h="4364403">
                <a:moveTo>
                  <a:pt x="0" y="0"/>
                </a:moveTo>
                <a:lnTo>
                  <a:pt x="4364403" y="0"/>
                </a:lnTo>
                <a:lnTo>
                  <a:pt x="4364403" y="4364403"/>
                </a:lnTo>
                <a:lnTo>
                  <a:pt x="0" y="436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67685" y="1495749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89649" y="7903274"/>
            <a:ext cx="5146986" cy="5146986"/>
          </a:xfrm>
          <a:custGeom>
            <a:avLst/>
            <a:gdLst/>
            <a:ahLst/>
            <a:cxnLst/>
            <a:rect l="l" t="t" r="r" b="b"/>
            <a:pathLst>
              <a:path w="5146986" h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28596" y="474793"/>
            <a:ext cx="6246600" cy="52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Details: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8596" y="1296457"/>
            <a:ext cx="9632685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Leader Name: </a:t>
            </a:r>
            <a:r>
              <a:rPr lang="en-US" sz="2299" b="1" dirty="0" err="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Pragga</a:t>
            </a: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Mukherjee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1039" y="2225459"/>
            <a:ext cx="4814097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0150" y="2407958"/>
            <a:ext cx="8549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 b="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8596" y="3240681"/>
            <a:ext cx="9097118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Name: Angshu Jha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2533" y="4066671"/>
            <a:ext cx="4949161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596" y="5207908"/>
            <a:ext cx="7572404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Name: Anurag </a:t>
            </a:r>
            <a:r>
              <a:rPr lang="en-US" sz="2299" b="1" dirty="0" err="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jha</a:t>
            </a:r>
            <a:endParaRPr lang="en-US" sz="2299" b="1" dirty="0">
              <a:solidFill>
                <a:srgbClr val="FFFFFF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28596" y="7194185"/>
            <a:ext cx="8715404" cy="587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Name:  Bhaskar Prasad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79348" y="4341238"/>
            <a:ext cx="2693251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2ND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0CB2E80B-E08B-2E60-A88E-8AC192CA264E}"/>
              </a:ext>
            </a:extLst>
          </p:cNvPr>
          <p:cNvSpPr txBox="1"/>
          <p:nvPr/>
        </p:nvSpPr>
        <p:spPr>
          <a:xfrm>
            <a:off x="612696" y="6035514"/>
            <a:ext cx="4949161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9E0612AB-9C12-6945-412B-3994E4D04C28}"/>
              </a:ext>
            </a:extLst>
          </p:cNvPr>
          <p:cNvSpPr txBox="1"/>
          <p:nvPr/>
        </p:nvSpPr>
        <p:spPr>
          <a:xfrm>
            <a:off x="598495" y="7940524"/>
            <a:ext cx="4949161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04FED9BA-CB6D-5FDC-8F52-54C7BB0B0409}"/>
              </a:ext>
            </a:extLst>
          </p:cNvPr>
          <p:cNvSpPr txBox="1"/>
          <p:nvPr/>
        </p:nvSpPr>
        <p:spPr>
          <a:xfrm>
            <a:off x="7003745" y="8186992"/>
            <a:ext cx="2693251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2ND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2ACC994B-5F93-4CFD-1C63-F5AB8DC021AF}"/>
              </a:ext>
            </a:extLst>
          </p:cNvPr>
          <p:cNvSpPr txBox="1"/>
          <p:nvPr/>
        </p:nvSpPr>
        <p:spPr>
          <a:xfrm>
            <a:off x="6716359" y="2465910"/>
            <a:ext cx="2693251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2ND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3ECA7357-046C-C7FE-0D90-E24041F9ADB6}"/>
              </a:ext>
            </a:extLst>
          </p:cNvPr>
          <p:cNvSpPr txBox="1"/>
          <p:nvPr/>
        </p:nvSpPr>
        <p:spPr>
          <a:xfrm>
            <a:off x="6832463" y="6244978"/>
            <a:ext cx="2693251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2ND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706</Words>
  <Application>Microsoft Office PowerPoint</Application>
  <PresentationFormat>Custom</PresentationFormat>
  <Paragraphs>110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Gill Sans MT</vt:lpstr>
      <vt:lpstr>Tw Cen MT</vt:lpstr>
      <vt:lpstr>Century Gothic</vt:lpstr>
      <vt:lpstr>HK Modular</vt:lpstr>
      <vt:lpstr>Arcade Gamer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Arjuna2.0_PPT_PRESENTATION_FORMAT_2.0.pdf</dc:title>
  <dc:creator>Sonam Das</dc:creator>
  <cp:lastModifiedBy>Sonam Das</cp:lastModifiedBy>
  <cp:revision>4</cp:revision>
  <dcterms:created xsi:type="dcterms:W3CDTF">2006-08-16T00:00:00Z</dcterms:created>
  <dcterms:modified xsi:type="dcterms:W3CDTF">2025-11-19T02:26:30Z</dcterms:modified>
  <dc:identifier>DAG2rH14wPQ</dc:identifier>
</cp:coreProperties>
</file>